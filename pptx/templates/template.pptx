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0" r:id="rId2"/>
    <p:sldId id="291" r:id="rId3"/>
    <p:sldId id="289" r:id="rId4"/>
    <p:sldId id="257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F70"/>
    <a:srgbClr val="33333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23" autoAdjust="0"/>
    <p:restoredTop sz="94719" autoAdjust="0"/>
  </p:normalViewPr>
  <p:slideViewPr>
    <p:cSldViewPr snapToGrid="0" snapToObjects="1">
      <p:cViewPr varScale="1">
        <p:scale>
          <a:sx n="144" d="100"/>
          <a:sy n="144" d="100"/>
        </p:scale>
        <p:origin x="428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pPr>
            <a:r>
              <a:rPr lang="en-US" sz="1200" b="0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  <a:cs typeface="+mn-cs"/>
            </a:defRPr>
          </a:pPr>
          <a:endParaRPr lang="en-JP"/>
        </a:p>
      </c:txPr>
    </c:title>
    <c:autoTitleDeleted val="0"/>
    <c:plotArea>
      <c:layout>
        <c:manualLayout>
          <c:layoutTarget val="inner"/>
          <c:xMode val="edge"/>
          <c:yMode val="edge"/>
          <c:x val="1.7187500000000001E-2"/>
          <c:y val="8.457234838243656E-2"/>
          <c:w val="0.96562499999999996"/>
          <c:h val="0.759039863284836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4F70"/>
            </a:solidFill>
            <a:ln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4F4F70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_(* #,##0.0_);_(* \(#,##0.0\);_(* "-"_);_(@_)</c:formatCode>
                <c:ptCount val="4"/>
                <c:pt idx="0">
                  <c:v>1000.12</c:v>
                </c:pt>
                <c:pt idx="1">
                  <c:v>600.072</c:v>
                </c:pt>
                <c:pt idx="2">
                  <c:v>360.04320000000001</c:v>
                </c:pt>
                <c:pt idx="3">
                  <c:v>216.02592000000001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7-C54B-BB08-ACA82A76C9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_(* #,##0.0_);_(* \(#,##0.0\);_(* "-"_);_(@_)</c:formatCode>
                <c:ptCount val="4"/>
                <c:pt idx="0">
                  <c:v>800.096</c:v>
                </c:pt>
                <c:pt idx="1">
                  <c:v>480.05760000000004</c:v>
                </c:pt>
                <c:pt idx="2">
                  <c:v>288.03456</c:v>
                </c:pt>
                <c:pt idx="3">
                  <c:v>172.82073600000001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47-C54B-BB08-ACA82A76C9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_(* #,##0.0_);_(* \(#,##0.0\);_(* "-"_);_(@_)</c:formatCode>
                <c:ptCount val="4"/>
                <c:pt idx="0">
                  <c:v>700.08399999999995</c:v>
                </c:pt>
                <c:pt idx="1">
                  <c:v>420.05039999999997</c:v>
                </c:pt>
                <c:pt idx="2">
                  <c:v>252.03023999999999</c:v>
                </c:pt>
                <c:pt idx="3">
                  <c:v>151.218144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47-C54B-BB08-ACA82A76C9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_(* #,##0.0_);_(* \(#,##0.0\);_(* "-"_);_(@_)</c:formatCode>
                <c:ptCount val="4"/>
                <c:pt idx="0">
                  <c:v>600.072</c:v>
                </c:pt>
                <c:pt idx="1">
                  <c:v>360.04320000000001</c:v>
                </c:pt>
                <c:pt idx="2">
                  <c:v>216.02592000000001</c:v>
                </c:pt>
                <c:pt idx="3">
                  <c:v>129.61555200000001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1-9C46-985E-576EF0693BF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_(* #,##0.0_);_(* \(#,##0.0\);_(* "-"_);_(@_)</c:formatCode>
                <c:ptCount val="4"/>
                <c:pt idx="0">
                  <c:v>800.096</c:v>
                </c:pt>
                <c:pt idx="1">
                  <c:v>480.05760000000004</c:v>
                </c:pt>
                <c:pt idx="2">
                  <c:v>288.03456</c:v>
                </c:pt>
                <c:pt idx="3">
                  <c:v>172.82073600000001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D1-9C46-985E-576EF0693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5902015"/>
        <c:axId val="626280559"/>
      </c:barChart>
      <c:catAx>
        <c:axId val="1115902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pPr>
            <a:endParaRPr lang="en-JP"/>
          </a:p>
        </c:txPr>
        <c:crossAx val="626280559"/>
        <c:crosses val="autoZero"/>
        <c:auto val="1"/>
        <c:lblAlgn val="ctr"/>
        <c:lblOffset val="100"/>
        <c:noMultiLvlLbl val="0"/>
      </c:catAx>
      <c:valAx>
        <c:axId val="626280559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1115902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  <a:cs typeface="+mn-cs"/>
            </a:defRPr>
          </a:pPr>
          <a:endParaRPr lang="en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eiryo" panose="020B0604030504040204" pitchFamily="34" charset="-128"/>
          <a:ea typeface="Meiryo" panose="020B0604030504040204" pitchFamily="34" charset="-128"/>
        </a:defRPr>
      </a:pPr>
      <a:endParaRPr lang="en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56658745-A154-987E-CA5E-633720C55D45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AA480EE-F94D-6739-6655-78E43053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A36DF1E-91FA-4DB1-DC20-7ED096A4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/>
          <a:p>
            <a:endParaRPr lang="en-US" dirty="0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3403825C-9996-9593-051D-52F98ECB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0048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A2271985-05C1-ED4A-9C1D-C50869D88BD5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CC6D4DB2-6FDF-A462-C27D-43660A8D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8" y="5009985"/>
            <a:ext cx="8534400" cy="628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D2CB23C-349E-A801-22F4-6F5DBB758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48" y="3490800"/>
            <a:ext cx="10363200" cy="628813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ntent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py Right">
            <a:extLst>
              <a:ext uri="{FF2B5EF4-FFF2-40B4-BE49-F238E27FC236}">
                <a16:creationId xmlns:a16="http://schemas.microsoft.com/office/drawing/2014/main" id="{95C41C28-2AF7-36AA-6CA9-0CBA8AEC17C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Background Color">
            <a:extLst>
              <a:ext uri="{FF2B5EF4-FFF2-40B4-BE49-F238E27FC236}">
                <a16:creationId xmlns:a16="http://schemas.microsoft.com/office/drawing/2014/main" id="{AF0AB31F-6A02-4AB7-6780-F9B4B16FB862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rgbClr val="4F4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Background Title">
            <a:extLst>
              <a:ext uri="{FF2B5EF4-FFF2-40B4-BE49-F238E27FC236}">
                <a16:creationId xmlns:a16="http://schemas.microsoft.com/office/drawing/2014/main" id="{00ACE34C-CE8A-2348-5CA3-72A928B9FA65}"/>
              </a:ext>
            </a:extLst>
          </p:cNvPr>
          <p:cNvSpPr txBox="1"/>
          <p:nvPr userDrawn="1"/>
        </p:nvSpPr>
        <p:spPr>
          <a:xfrm>
            <a:off x="266699" y="3275111"/>
            <a:ext cx="2130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JP" sz="1400" dirty="0">
                <a:solidFill>
                  <a:schemeClr val="bg1">
                    <a:lumMod val="85000"/>
                  </a:schemeClr>
                </a:solidFill>
              </a:rPr>
              <a:t>Contents</a:t>
            </a:r>
            <a:endParaRPr lang="en-JP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04F2F20-B30C-7B7A-F142-1A7B015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4D4CFDC5-E21A-3F87-1586-83037C1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C1B250CC-5E49-139E-A7C1-A461A129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6821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5D31EAB9-2829-9E4F-8328-55045C9EE433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s">
            <a:extLst>
              <a:ext uri="{FF2B5EF4-FFF2-40B4-BE49-F238E27FC236}">
                <a16:creationId xmlns:a16="http://schemas.microsoft.com/office/drawing/2014/main" id="{9030552F-811D-C202-ED17-560448380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4138" y="676275"/>
            <a:ext cx="9434512" cy="572452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2_Se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AB31F-6A02-4AB7-6780-F9B4B16FB862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rgbClr val="4F4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943AF-73DB-8BA7-6C66-1B953F2BF454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4F2F20-B30C-7B7A-F142-1A7B015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4CFDC5-E21A-3F87-1586-83037C1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1B250CC-5E49-139E-A7C1-A461A129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45228" y="3922643"/>
            <a:ext cx="8681055" cy="5372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228" y="2988365"/>
            <a:ext cx="8681055" cy="872296"/>
          </a:xfrm>
        </p:spPr>
        <p:txBody>
          <a:bodyPr anchor="ctr"/>
          <a:lstStyle>
            <a:lvl1pPr algn="l">
              <a:defRPr sz="4000" b="0" cap="all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EB16CB-1C8E-7224-9740-9874347950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489075"/>
            <a:ext cx="11791951" cy="4778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934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EB16CB-1C8E-7224-9740-9874347950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489075"/>
            <a:ext cx="11791951" cy="4778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690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3248D6D8-5579-22FD-1C49-3A751B8D95E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700" y="1489075"/>
            <a:ext cx="11791950" cy="4778375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125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3248D6D8-5579-22FD-1C49-3A751B8D95E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700" y="1489075"/>
            <a:ext cx="11791950" cy="4778375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72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773E20C-8A87-178B-97D5-1471640D9165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264695" y="1467853"/>
            <a:ext cx="11793955" cy="4799597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45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773E20C-8A87-178B-97D5-1471640D9165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264695" y="1467853"/>
            <a:ext cx="11793955" cy="4799597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768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8E5DF5-393B-8F9C-71C7-9E1EFA634E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5113" y="1468438"/>
            <a:ext cx="11793537" cy="4799012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83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8E5DF5-393B-8F9C-71C7-9E1EFA634E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5113" y="1468438"/>
            <a:ext cx="11793537" cy="4799012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3950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B349879-4D9D-01F6-2C40-626AEA47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328400"/>
            <a:ext cx="11791951" cy="5183865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Single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B349879-4D9D-01F6-2C40-626AEA47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328400"/>
            <a:ext cx="11791951" cy="5183865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22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336988C-3809-76C5-892A-1FDA1CE1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0950" y="1419225"/>
            <a:ext cx="5727700" cy="5184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2535A9-92E9-E0A6-2A51-8C10D59D2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419225"/>
            <a:ext cx="5727700" cy="5184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336988C-3809-76C5-892A-1FDA1CE1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0950" y="1419225"/>
            <a:ext cx="5727700" cy="5184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2535A9-92E9-E0A6-2A51-8C10D59D2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419225"/>
            <a:ext cx="5727700" cy="5184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1808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24ECED88-8EC3-F4F3-4832-9E6C7CA873F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30950" y="1419225"/>
            <a:ext cx="5727700" cy="5184775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1F0CA23D-D4A1-B2FD-BABE-6BA168F7219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66700" y="1419225"/>
            <a:ext cx="5727700" cy="5184775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6983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24ECED88-8EC3-F4F3-4832-9E6C7CA873F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30950" y="1419225"/>
            <a:ext cx="5727700" cy="5184775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1F0CA23D-D4A1-B2FD-BABE-6BA168F7219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66700" y="1419225"/>
            <a:ext cx="5727700" cy="5184775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639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4" name="Table Placeholder 12">
            <a:extLst>
              <a:ext uri="{FF2B5EF4-FFF2-40B4-BE49-F238E27FC236}">
                <a16:creationId xmlns:a16="http://schemas.microsoft.com/office/drawing/2014/main" id="{826689B7-5050-9E83-AF55-7C348803058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21425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6649F993-61E7-4401-C4AE-87DEA1C0052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700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338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4" name="Table Placeholder 12">
            <a:extLst>
              <a:ext uri="{FF2B5EF4-FFF2-40B4-BE49-F238E27FC236}">
                <a16:creationId xmlns:a16="http://schemas.microsoft.com/office/drawing/2014/main" id="{826689B7-5050-9E83-AF55-7C348803058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21425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6649F993-61E7-4401-C4AE-87DEA1C0052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700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051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3086846-D681-0410-CD56-CA9B76BCDB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1425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74938C6-C6E0-203D-8DFC-83F5BEE0DE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6700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7298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3086846-D681-0410-CD56-CA9B76BCDB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1425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74938C6-C6E0-203D-8DFC-83F5BEE0DE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6700" y="1419225"/>
            <a:ext cx="5737225" cy="5205413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0612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60F88B-C9E9-0B55-8020-04ED3DD41F7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21425" y="1419225"/>
            <a:ext cx="5737225" cy="520541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3D543-F7C9-250A-BEB8-9FEA5C3178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6700" y="1419225"/>
            <a:ext cx="5737225" cy="520541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6923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woCol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60F88B-C9E9-0B55-8020-04ED3DD41F7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21425" y="1419225"/>
            <a:ext cx="5737225" cy="520541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3D543-F7C9-250A-BEB8-9FEA5C3178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6700" y="1419225"/>
            <a:ext cx="5737225" cy="520541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3981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BC839FD-F398-8E84-27DD-1CF60C0ECE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234" y="2009274"/>
            <a:ext cx="5729288" cy="459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F8E260-958F-314A-69C2-914E5CB4A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2009274"/>
            <a:ext cx="5729288" cy="459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BC839FD-F398-8E84-27DD-1CF60C0ECE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234" y="2009274"/>
            <a:ext cx="5729288" cy="459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F8E260-958F-314A-69C2-914E5CB4A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2009274"/>
            <a:ext cx="5729288" cy="459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923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C6BD4907-6DEC-0C38-0E72-D0950A9831B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81234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8C01C02-4CFB-6D84-3123-423C9A23734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6700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8461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C6BD4907-6DEC-0C38-0E72-D0950A9831B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81234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8C01C02-4CFB-6D84-3123-423C9A23734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6700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0545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able Placeholder 8">
            <a:extLst>
              <a:ext uri="{FF2B5EF4-FFF2-40B4-BE49-F238E27FC236}">
                <a16:creationId xmlns:a16="http://schemas.microsoft.com/office/drawing/2014/main" id="{AB95EEB1-BD85-78EC-733B-A64C81DAE7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281234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316FB6D-CD4A-4C27-8623-D82287F52F3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0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54089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able Placeholder 8">
            <a:extLst>
              <a:ext uri="{FF2B5EF4-FFF2-40B4-BE49-F238E27FC236}">
                <a16:creationId xmlns:a16="http://schemas.microsoft.com/office/drawing/2014/main" id="{AB95EEB1-BD85-78EC-733B-A64C81DAE7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281234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316FB6D-CD4A-4C27-8623-D82287F52F3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0" y="1919288"/>
            <a:ext cx="5729288" cy="468471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3592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D1CFFB1-9C62-78DC-1426-30FE414BEB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234" y="1979448"/>
            <a:ext cx="5729288" cy="4552950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CF2F80-290A-C8F5-D78E-E7D6B6D601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6700" y="1979448"/>
            <a:ext cx="5729288" cy="4552950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9658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D1CFFB1-9C62-78DC-1426-30FE414BEB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234" y="1979448"/>
            <a:ext cx="5729288" cy="4552950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45967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CF2F80-290A-C8F5-D78E-E7D6B6D601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6700" y="1979448"/>
            <a:ext cx="5729288" cy="4552950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39718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A33C3744-B236-B991-F2DD-C7A69612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20046"/>
            <a:ext cx="5865281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459672"/>
            <a:ext cx="5865281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1920046"/>
            <a:ext cx="5729818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3572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omparison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E51B9913-C762-B836-E254-DB0452C3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20046"/>
            <a:ext cx="5865281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459672"/>
            <a:ext cx="5865281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1920046"/>
            <a:ext cx="5729818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080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hart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3BF839E4-BE05-D0CD-187B-1A97FF9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338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377FD57-70C1-A827-72FB-67ABAD72E9F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60338" y="1435100"/>
            <a:ext cx="7346950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696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Chart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3BF839E4-BE05-D0CD-187B-1A97FF9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338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377FD57-70C1-A827-72FB-67ABAD72E9F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60338" y="1435100"/>
            <a:ext cx="7346950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38859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able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46E6129C-ADE6-3D60-589D-BFA2433C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82" y="6616703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120911B-437C-70EA-53C9-F31B12595F8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60338" y="1435100"/>
            <a:ext cx="7443787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05339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able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46E6129C-ADE6-3D60-589D-BFA2433C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82" y="6616703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120911B-437C-70EA-53C9-F31B12595F8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60338" y="1435100"/>
            <a:ext cx="7443787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2975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Picture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46E6129C-ADE6-3D60-589D-BFA2433C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82" y="6616703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CC2A50-7E43-6423-A3A5-D7FD6549F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0338" y="1435100"/>
            <a:ext cx="7443787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4178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Picture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46E6129C-ADE6-3D60-589D-BFA2433C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82" y="6616703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CC2A50-7E43-6423-A3A5-D7FD6549F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0338" y="1435100"/>
            <a:ext cx="7443787" cy="507682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74010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Object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5BB56949-DA0A-CECF-187F-B47B7C9D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338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38" y="1435100"/>
            <a:ext cx="7339614" cy="5077163"/>
          </a:xfrm>
          <a:prstGeom prst="rect">
            <a:avLst/>
          </a:prstGeom>
        </p:spPr>
        <p:txBody>
          <a:bodyPr>
            <a:normAutofit/>
          </a:bodyPr>
          <a:lstStyle>
            <a:lvl1pPr marL="455613" indent="-455613">
              <a:buFont typeface="System Font Regular"/>
              <a:buNone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Object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5BB56949-DA0A-CECF-187F-B47B7C9D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338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38" y="1435100"/>
            <a:ext cx="7339614" cy="5077163"/>
          </a:xfrm>
          <a:prstGeom prst="rect">
            <a:avLst/>
          </a:prstGeom>
        </p:spPr>
        <p:txBody>
          <a:bodyPr>
            <a:normAutofit/>
          </a:bodyPr>
          <a:lstStyle>
            <a:lvl1pPr marL="455613" indent="-455613">
              <a:buFont typeface="System Font Regular"/>
              <a:buNone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9889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391150"/>
            <a:ext cx="3784315" cy="518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391150"/>
            <a:ext cx="3976019" cy="518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391150"/>
            <a:ext cx="3976019" cy="518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4188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391150"/>
            <a:ext cx="3784315" cy="518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391150"/>
            <a:ext cx="3976019" cy="518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391150"/>
            <a:ext cx="3976019" cy="518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89400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154821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152817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37956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154821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152817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365072"/>
            <a:ext cx="3903829" cy="5211941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5253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9980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365250"/>
            <a:ext cx="3940667" cy="5238750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3036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14988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352802"/>
            <a:ext cx="3964479" cy="5275262"/>
          </a:xfrm>
        </p:spPr>
        <p:txBody>
          <a:bodyPr/>
          <a:lstStyle/>
          <a:p>
            <a:endParaRPr lang="en-JP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57765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A4CBC204-4252-B7DD-E5D1-4B1862E7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79337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13D50F23-8A9A-B8F1-EF6F-4B2EDBB7AD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5383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920046"/>
            <a:ext cx="3784315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3099CF-3D2D-98B2-01EA-6DC2D930F2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02283" y="1459672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920046"/>
            <a:ext cx="3976019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9C43A84-BFAF-2D83-7CFC-A5ECC095DD7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1525" y="1459672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920046"/>
            <a:ext cx="3976019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83EA-CB4B-B34B-6F6F-0450EAA1F10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50813" y="1459672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23244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920046"/>
            <a:ext cx="3784315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3099CF-3D2D-98B2-01EA-6DC2D930F2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02283" y="1459672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920046"/>
            <a:ext cx="3976019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9C43A84-BFAF-2D83-7CFC-A5ECC095DD7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1525" y="1459672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920046"/>
            <a:ext cx="3976019" cy="46574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83EA-CB4B-B34B-6F6F-0450EAA1F10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50813" y="1459672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30870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02283" y="2051318"/>
            <a:ext cx="3794270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7B4E-AAA4-B783-ABCC-6536724EC2E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02283" y="1459672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31525" y="2051318"/>
            <a:ext cx="3985976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CD130C-49CF-59C1-F947-B0A719764C7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231525" y="1459672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2051318"/>
            <a:ext cx="3985976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92783AC-E2EC-844D-CEEB-EC92957EA24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50813" y="1459672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34502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02283" y="2051318"/>
            <a:ext cx="3794270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7B4E-AAA4-B783-ABCC-6536724EC2E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02283" y="1459672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31525" y="2051318"/>
            <a:ext cx="3985976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CD130C-49CF-59C1-F947-B0A719764C7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231525" y="1459672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2051318"/>
            <a:ext cx="3985976" cy="452569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92783AC-E2EC-844D-CEEB-EC92957EA24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50813" y="1459672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63285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72F763-2581-F2E3-A496-269366CD5D0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459672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C346-5BD7-F41E-B842-776358D562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140869" y="1459672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BDEDBF8-C23C-D5EC-D47D-96536280C781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813" y="1459672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67662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72F763-2581-F2E3-A496-269366CD5D0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459672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C346-5BD7-F41E-B842-776358D562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140869" y="1459672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2051318"/>
            <a:ext cx="3940667" cy="4552682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BDEDBF8-C23C-D5EC-D47D-96536280C781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813" y="1459672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42181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8406-A624-6ED0-CB62-6202B4E6BB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459672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6CD325-DF2C-4A11-0D3B-6C7F8F457B8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140869" y="1459672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8D7DB4-5ECB-EB87-216E-2B97A6DBDBC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50813" y="1459672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7533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8406-A624-6ED0-CB62-6202B4E6BB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459672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6CD325-DF2C-4A11-0D3B-6C7F8F457B8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140869" y="1459672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920046"/>
            <a:ext cx="3964479" cy="4708018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8D7DB4-5ECB-EB87-216E-2B97A6DBDBC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50813" y="1459672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47982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A84A7619-5323-35B9-995C-E37ED7CA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F57D91-636B-645A-740C-9697EF6634A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9785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BB1E2C-2473-BD42-1423-65BE80B5D0F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2275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6C60C5-78CC-625A-377C-8107B3FBC6C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6670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09068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_ThreeCol_Comparison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A84A7619-5323-35B9-995C-E37ED7CA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F57D91-636B-645A-740C-9697EF6634A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9785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BB1E2C-2473-BD42-1423-65BE80B5D0F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2275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6C60C5-78CC-625A-377C-8107B3FBC6C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6670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6316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5_Blank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00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D62D2-563F-BE8F-1EDE-158B7F475AAE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F12110-F21C-5DEB-FD30-0B4F434C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5_Blank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9F7C7D-208C-B374-A012-B380CCB339D1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F318F6-C622-BD9D-B382-1BF78800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3_Divider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C6639B6-C44E-389F-65C9-B2055E39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CB1D99-A182-EC82-2877-DA735F6A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24176B5-CB1F-198F-107A-2B6422A6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DD55AE0C-842D-A646-8885-51B2EBBDBC47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338472"/>
            <a:ext cx="10363200" cy="150018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914985"/>
            <a:ext cx="10363200" cy="1362075"/>
          </a:xfrm>
        </p:spPr>
        <p:txBody>
          <a:bodyPr anchor="b"/>
          <a:lstStyle>
            <a:lvl1pPr algn="l">
              <a:defRPr sz="4000" b="1" cap="all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75135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EB16CB-1C8E-7224-9740-9874347950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251284"/>
            <a:ext cx="11791951" cy="52698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80474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48589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9133897F-419A-19F7-4C8C-F8AFE547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EB16CB-1C8E-7224-9740-9874347950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251284"/>
            <a:ext cx="11791951" cy="52698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80474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00409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1854999-697D-6DFE-A010-FEA8ED07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5682B823-BC77-32AF-898A-112CD031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3248D6D8-5579-22FD-1C49-3A751B8D95E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700" y="1215189"/>
            <a:ext cx="11791950" cy="5293895"/>
          </a:xfrm>
        </p:spPr>
        <p:txBody>
          <a:bodyPr/>
          <a:lstStyle/>
          <a:p>
            <a:endParaRPr lang="en-JP"/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1743F59D-F8AE-9A1D-A212-96696EB8F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17286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1854999-697D-6DFE-A010-FEA8ED07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5682B823-BC77-32AF-898A-112CD031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3248D6D8-5579-22FD-1C49-3A751B8D95E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700" y="1215189"/>
            <a:ext cx="11791950" cy="5293895"/>
          </a:xfrm>
        </p:spPr>
        <p:txBody>
          <a:bodyPr/>
          <a:lstStyle/>
          <a:p>
            <a:endParaRPr lang="en-JP"/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1743F59D-F8AE-9A1D-A212-96696EB8F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73896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6111BB9-38E7-C5B9-1877-74F4194D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6A55F282-4A57-4BED-0B11-33D430BC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773E20C-8A87-178B-97D5-1471640D9165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264695" y="1215189"/>
            <a:ext cx="11793955" cy="529389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20729DD2-85C0-B840-0A95-7C9378DF77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092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6111BB9-38E7-C5B9-1877-74F4194D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6A55F282-4A57-4BED-0B11-33D430BC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773E20C-8A87-178B-97D5-1471640D9165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264695" y="1215189"/>
            <a:ext cx="11793955" cy="529389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20729DD2-85C0-B840-0A95-7C9378DF77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08404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F514F86-7D07-726E-6F81-23DAAC66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EF228726-D0DE-77BF-2A5F-82EF2433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8E5DF5-393B-8F9C-71C7-9E1EFA634E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5113" y="1215189"/>
            <a:ext cx="11793537" cy="5305927"/>
          </a:xfrm>
        </p:spPr>
        <p:txBody>
          <a:bodyPr/>
          <a:lstStyle/>
          <a:p>
            <a:endParaRPr lang="en-JP"/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5E2123D0-61EA-EFB8-9C1B-180AA87CDC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039048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F514F86-7D07-726E-6F81-23DAAC66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EF228726-D0DE-77BF-2A5F-82EF2433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8E5DF5-393B-8F9C-71C7-9E1EFA634E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5113" y="1215189"/>
            <a:ext cx="11793537" cy="5305927"/>
          </a:xfrm>
        </p:spPr>
        <p:txBody>
          <a:bodyPr/>
          <a:lstStyle/>
          <a:p>
            <a:endParaRPr lang="en-JP"/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5E2123D0-61EA-EFB8-9C1B-180AA87CDC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59624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EAE48BC-9093-009C-35CD-9E25B769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64B0303E-0504-E121-79CA-3138B2EB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15190"/>
            <a:ext cx="11791951" cy="5297076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FCADB091-D479-BEDF-9C36-EE7C66B856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167225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Single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EAE48BC-9093-009C-35CD-9E25B769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64B0303E-0504-E121-79CA-3138B2EB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15190"/>
            <a:ext cx="11791951" cy="5297076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FCADB091-D479-BEDF-9C36-EE7C66B856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832536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524F38E-541A-C240-F71D-1DDFEE92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336988C-3809-76C5-892A-1FDA1CE1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0950" y="1203159"/>
            <a:ext cx="5727700" cy="5328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2535A9-92E9-E0A6-2A51-8C10D59D2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203159"/>
            <a:ext cx="5727700" cy="5328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878FDA1E-6851-12D0-85AD-D18B6F0F14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53962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524F38E-541A-C240-F71D-1DDFEE92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336988C-3809-76C5-892A-1FDA1CE1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0950" y="1203159"/>
            <a:ext cx="5727700" cy="5328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2535A9-92E9-E0A6-2A51-8C10D59D2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203159"/>
            <a:ext cx="5727700" cy="5328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878FDA1E-6851-12D0-85AD-D18B6F0F14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93663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7AE8F8B-AA72-6659-C5CD-EAF1C943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5A5E5B0-001F-3C95-F96C-4727B6A5EA46}"/>
              </a:ext>
            </a:extLst>
          </p:cNvPr>
          <p:cNvSpPr txBox="1">
            <a:spLocks/>
          </p:cNvSpPr>
          <p:nvPr userDrawn="1"/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609585" rtl="0" eaLnBrk="1" latinLnBrk="0" hangingPunct="1">
              <a:defRPr sz="1000" kern="1200">
                <a:solidFill>
                  <a:schemeClr val="bg1">
                    <a:lumMod val="85000"/>
                  </a:schemeClr>
                </a:solidFill>
                <a:latin typeface="+mj-lt"/>
                <a:ea typeface="Meiryo" panose="020B0604030504040204" pitchFamily="34" charset="-128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2298B8-B407-2641-B819-9AF87384663D}" type="datetime7">
              <a:rPr lang="en-US" smtClean="0"/>
              <a:pPr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24ECED88-8EC3-F4F3-4832-9E6C7CA873F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30950" y="1227221"/>
            <a:ext cx="5727700" cy="5328651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1F0CA23D-D4A1-B2FD-BABE-6BA168F7219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66700" y="1227221"/>
            <a:ext cx="5727700" cy="532865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C92A2E8A-C8FE-4017-E187-D90FE4029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0810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7AE8F8B-AA72-6659-C5CD-EAF1C943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5A5E5B0-001F-3C95-F96C-4727B6A5EA46}"/>
              </a:ext>
            </a:extLst>
          </p:cNvPr>
          <p:cNvSpPr txBox="1">
            <a:spLocks/>
          </p:cNvSpPr>
          <p:nvPr userDrawn="1"/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609585" rtl="0" eaLnBrk="1" latinLnBrk="0" hangingPunct="1">
              <a:defRPr sz="1000" kern="1200">
                <a:solidFill>
                  <a:schemeClr val="bg1">
                    <a:lumMod val="85000"/>
                  </a:schemeClr>
                </a:solidFill>
                <a:latin typeface="+mj-lt"/>
                <a:ea typeface="Meiryo" panose="020B0604030504040204" pitchFamily="34" charset="-128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2298B8-B407-2641-B819-9AF87384663D}" type="datetime7">
              <a:rPr lang="en-US" smtClean="0"/>
              <a:pPr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24ECED88-8EC3-F4F3-4832-9E6C7CA873F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30950" y="1227221"/>
            <a:ext cx="5727700" cy="5328651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1F0CA23D-D4A1-B2FD-BABE-6BA168F7219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66700" y="1227221"/>
            <a:ext cx="5727700" cy="532865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C92A2E8A-C8FE-4017-E187-D90FE4029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89621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D265651-D8B2-1B40-298B-A412C3C8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AFF88C2-A880-53E6-EB82-5C1FE263174F}"/>
              </a:ext>
            </a:extLst>
          </p:cNvPr>
          <p:cNvSpPr txBox="1">
            <a:spLocks/>
          </p:cNvSpPr>
          <p:nvPr userDrawn="1"/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609585" rtl="0" eaLnBrk="1" latinLnBrk="0" hangingPunct="1">
              <a:defRPr sz="1000" kern="1200">
                <a:solidFill>
                  <a:schemeClr val="bg1">
                    <a:lumMod val="85000"/>
                  </a:schemeClr>
                </a:solidFill>
                <a:latin typeface="+mj-lt"/>
                <a:ea typeface="Meiryo" panose="020B0604030504040204" pitchFamily="34" charset="-128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2298B8-B407-2641-B819-9AF87384663D}" type="datetime7">
              <a:rPr lang="en-US" smtClean="0"/>
              <a:pPr/>
              <a:t>Dec-25</a:t>
            </a:fld>
            <a:endParaRPr lang="en-US" dirty="0"/>
          </a:p>
        </p:txBody>
      </p:sp>
      <p:sp>
        <p:nvSpPr>
          <p:cNvPr id="14" name="Table Placeholder 12">
            <a:extLst>
              <a:ext uri="{FF2B5EF4-FFF2-40B4-BE49-F238E27FC236}">
                <a16:creationId xmlns:a16="http://schemas.microsoft.com/office/drawing/2014/main" id="{826689B7-5050-9E83-AF55-7C348803058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21425" y="1203159"/>
            <a:ext cx="5737225" cy="5325224"/>
          </a:xfrm>
        </p:spPr>
        <p:txBody>
          <a:bodyPr/>
          <a:lstStyle/>
          <a:p>
            <a:endParaRPr lang="en-JP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6649F993-61E7-4401-C4AE-87DEA1C0052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700" y="1203159"/>
            <a:ext cx="5737225" cy="5325224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1C0A7346-F09F-637C-EEDC-2BB8E7F63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83831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D265651-D8B2-1B40-298B-A412C3C8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AFF88C2-A880-53E6-EB82-5C1FE263174F}"/>
              </a:ext>
            </a:extLst>
          </p:cNvPr>
          <p:cNvSpPr txBox="1">
            <a:spLocks/>
          </p:cNvSpPr>
          <p:nvPr userDrawn="1"/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609585" rtl="0" eaLnBrk="1" latinLnBrk="0" hangingPunct="1">
              <a:defRPr sz="1000" kern="1200">
                <a:solidFill>
                  <a:schemeClr val="bg1">
                    <a:lumMod val="85000"/>
                  </a:schemeClr>
                </a:solidFill>
                <a:latin typeface="+mj-lt"/>
                <a:ea typeface="Meiryo" panose="020B0604030504040204" pitchFamily="34" charset="-128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2298B8-B407-2641-B819-9AF87384663D}" type="datetime7">
              <a:rPr lang="en-US" smtClean="0"/>
              <a:pPr/>
              <a:t>Dec-25</a:t>
            </a:fld>
            <a:endParaRPr lang="en-US" dirty="0"/>
          </a:p>
        </p:txBody>
      </p:sp>
      <p:sp>
        <p:nvSpPr>
          <p:cNvPr id="14" name="Table Placeholder 12">
            <a:extLst>
              <a:ext uri="{FF2B5EF4-FFF2-40B4-BE49-F238E27FC236}">
                <a16:creationId xmlns:a16="http://schemas.microsoft.com/office/drawing/2014/main" id="{826689B7-5050-9E83-AF55-7C348803058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21425" y="1203159"/>
            <a:ext cx="5737225" cy="5325224"/>
          </a:xfrm>
        </p:spPr>
        <p:txBody>
          <a:bodyPr/>
          <a:lstStyle/>
          <a:p>
            <a:endParaRPr lang="en-JP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6649F993-61E7-4401-C4AE-87DEA1C0052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700" y="1203159"/>
            <a:ext cx="5737225" cy="5325224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1C0A7346-F09F-637C-EEDC-2BB8E7F63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98631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13F9C25-FBB9-A58B-CD62-5D6D92FB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77E002AF-C84A-4864-7B61-07C74C5C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3086846-D681-0410-CD56-CA9B76BCDB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1425" y="1215189"/>
            <a:ext cx="5737225" cy="5325225"/>
          </a:xfrm>
        </p:spPr>
        <p:txBody>
          <a:bodyPr/>
          <a:lstStyle/>
          <a:p>
            <a:endParaRPr lang="en-JP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74938C6-C6E0-203D-8DFC-83F5BEE0DE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6700" y="1215189"/>
            <a:ext cx="5737225" cy="532522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5A60E468-5878-E5C2-9330-8AB7AAFE9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16937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13F9C25-FBB9-A58B-CD62-5D6D92FB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77E002AF-C84A-4864-7B61-07C74C5C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3086846-D681-0410-CD56-CA9B76BCDB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1425" y="1215189"/>
            <a:ext cx="5737225" cy="5325225"/>
          </a:xfrm>
        </p:spPr>
        <p:txBody>
          <a:bodyPr/>
          <a:lstStyle/>
          <a:p>
            <a:endParaRPr lang="en-JP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74938C6-C6E0-203D-8DFC-83F5BEE0DE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6700" y="1215189"/>
            <a:ext cx="5737225" cy="5325225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5A60E468-5878-E5C2-9330-8AB7AAFE9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79066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60F88B-C9E9-0B55-8020-04ED3DD41F7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21425" y="1215189"/>
            <a:ext cx="5737225" cy="530116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3D543-F7C9-250A-BEB8-9FEA5C3178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6700" y="1215189"/>
            <a:ext cx="5737225" cy="530116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3A556B62-89D1-0288-021D-8AAA80723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877122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woCol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60F88B-C9E9-0B55-8020-04ED3DD41F7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21425" y="1215189"/>
            <a:ext cx="5737225" cy="530116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3D543-F7C9-250A-BEB8-9FEA5C3178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6700" y="1215189"/>
            <a:ext cx="5737225" cy="530116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JP" dirty="0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3A556B62-89D1-0288-021D-8AAA80723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65811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BC839FD-F398-8E84-27DD-1CF60C0ECE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234" y="1731385"/>
            <a:ext cx="5729288" cy="47883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4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F8E260-958F-314A-69C2-914E5CB4A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731385"/>
            <a:ext cx="5729288" cy="4788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4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DB10018D-FD35-6730-7E59-1CE74F834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31547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BC839FD-F398-8E84-27DD-1CF60C0ECE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234" y="1731385"/>
            <a:ext cx="5729288" cy="47883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4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F8E260-958F-314A-69C2-914E5CB4A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731385"/>
            <a:ext cx="5729288" cy="4788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4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DB10018D-FD35-6730-7E59-1CE74F834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29525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C6BD4907-6DEC-0C38-0E72-D0950A9831B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81234" y="1731389"/>
            <a:ext cx="5729288" cy="4812451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6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8C01C02-4CFB-6D84-3123-423C9A23734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6700" y="1731389"/>
            <a:ext cx="5729288" cy="481245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6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301A1100-F319-5481-D746-1DE6DAFCB9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838817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C6BD4907-6DEC-0C38-0E72-D0950A9831B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81234" y="1731389"/>
            <a:ext cx="5729288" cy="4812451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6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8C01C02-4CFB-6D84-3123-423C9A23734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6700" y="1731389"/>
            <a:ext cx="5729288" cy="481245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6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301A1100-F319-5481-D746-1DE6DAFCB9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355109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able Placeholder 8">
            <a:extLst>
              <a:ext uri="{FF2B5EF4-FFF2-40B4-BE49-F238E27FC236}">
                <a16:creationId xmlns:a16="http://schemas.microsoft.com/office/drawing/2014/main" id="{AB95EEB1-BD85-78EC-733B-A64C81DAE7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281234" y="1707321"/>
            <a:ext cx="5729288" cy="4896679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8294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316FB6D-CD4A-4C27-8623-D82287F52F3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0" y="1707321"/>
            <a:ext cx="5729288" cy="4896679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8294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F3EF3606-737F-C197-6587-5B192CA57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972154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22" y="6624000"/>
            <a:ext cx="2844800" cy="21177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B547DD25-DFFF-1DE6-E172-024B4FB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0" name="Table Placeholder 8">
            <a:extLst>
              <a:ext uri="{FF2B5EF4-FFF2-40B4-BE49-F238E27FC236}">
                <a16:creationId xmlns:a16="http://schemas.microsoft.com/office/drawing/2014/main" id="{AB95EEB1-BD85-78EC-733B-A64C81DAE7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281234" y="1707321"/>
            <a:ext cx="5729288" cy="4896679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82942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316FB6D-CD4A-4C27-8623-D82287F52F3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66700" y="1707321"/>
            <a:ext cx="5729288" cy="4896679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8294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ey Message">
            <a:extLst>
              <a:ext uri="{FF2B5EF4-FFF2-40B4-BE49-F238E27FC236}">
                <a16:creationId xmlns:a16="http://schemas.microsoft.com/office/drawing/2014/main" id="{F3EF3606-737F-C197-6587-5B192CA57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213038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B570E69-1466-088E-88A6-EC29CD99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BCCBCCD4-F6EB-67AB-56B1-D00A265F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D1CFFB1-9C62-78DC-1426-30FE414BEB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234" y="1714749"/>
            <a:ext cx="5729288" cy="4890588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3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CF2F80-290A-C8F5-D78E-E7D6B6D601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6700" y="1714749"/>
            <a:ext cx="5729288" cy="4890588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3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4A8C457C-CFC7-3066-A2DD-1133B3A2EE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34733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B570E69-1466-088E-88A6-EC29CD99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BCCBCCD4-F6EB-67AB-56B1-D00A265F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D1CFFB1-9C62-78DC-1426-30FE414BEB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234" y="1714749"/>
            <a:ext cx="5729288" cy="4890588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9322" y="1194973"/>
            <a:ext cx="5731200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CF2F80-290A-C8F5-D78E-E7D6B6D601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6700" y="1714749"/>
            <a:ext cx="5729288" cy="4890588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194973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4A8C457C-CFC7-3066-A2DD-1133B3A2EE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68078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D1E9636-BFD4-8B65-496B-672021BE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E022FF64-4043-20ED-B833-48987FBA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667377"/>
            <a:ext cx="5865281" cy="485373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07003"/>
            <a:ext cx="5865281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1667377"/>
            <a:ext cx="5729818" cy="485373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07003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EA1BD120-853C-C11F-E0F9-81B6EA3C6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7821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omparison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D1E9636-BFD4-8B65-496B-672021BE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E022FF64-4043-20ED-B833-48987FBA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667377"/>
            <a:ext cx="5865281" cy="485373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07003"/>
            <a:ext cx="5865281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1667377"/>
            <a:ext cx="5729818" cy="485373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07003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Key Message">
            <a:extLst>
              <a:ext uri="{FF2B5EF4-FFF2-40B4-BE49-F238E27FC236}">
                <a16:creationId xmlns:a16="http://schemas.microsoft.com/office/drawing/2014/main" id="{EA1BD120-853C-C11F-E0F9-81B6EA3C6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0510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hart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4C6D6ED-112E-9F7F-1886-81442CF0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1ECF2ECF-05FC-20D9-97F3-4FB05ABF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18536"/>
            <a:ext cx="4454315" cy="5386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377FD57-70C1-A827-72FB-67ABAD72E9F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698" y="1218536"/>
            <a:ext cx="7240590" cy="5386801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8AA89FD6-AAEB-4B6E-892A-FE6A23584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131190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Chart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4C6D6ED-112E-9F7F-1886-81442CF0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1ECF2ECF-05FC-20D9-97F3-4FB05ABF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18536"/>
            <a:ext cx="4454315" cy="5386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377FD57-70C1-A827-72FB-67ABAD72E9F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66698" y="1218536"/>
            <a:ext cx="7240590" cy="5386801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8AA89FD6-AAEB-4B6E-892A-FE6A23584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163083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able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0BF9D6E-0511-24FF-118D-876321C4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2E9BAB68-F8C9-C969-D723-E8DEF8FC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27222"/>
            <a:ext cx="4454315" cy="5284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120911B-437C-70EA-53C9-F31B12595F8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699" y="1227222"/>
            <a:ext cx="7337426" cy="5284704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7B060DD7-BEDA-AE20-78E8-F1A4BE1C3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5484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able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0BF9D6E-0511-24FF-118D-876321C4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2E9BAB68-F8C9-C969-D723-E8DEF8FC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27222"/>
            <a:ext cx="4454315" cy="5284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120911B-437C-70EA-53C9-F31B12595F8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6699" y="1227222"/>
            <a:ext cx="7337426" cy="5284704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7B060DD7-BEDA-AE20-78E8-F1A4BE1C3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624806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Picture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9A2BFB0-F0AC-A14C-449C-4E57B83E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14F7729B-E60B-07BA-5674-46853A86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03158"/>
            <a:ext cx="4454315" cy="53087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CC2A50-7E43-6423-A3A5-D7FD6549F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6699" y="1203158"/>
            <a:ext cx="7337426" cy="5308767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2600C4BC-DD3F-2B76-7675-87E02432B8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99012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Picture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9A2BFB0-F0AC-A14C-449C-4E57B83E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14F7729B-E60B-07BA-5674-46853A86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03158"/>
            <a:ext cx="4454315" cy="53087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CC2A50-7E43-6423-A3A5-D7FD6549F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6699" y="1203158"/>
            <a:ext cx="7337426" cy="5308767"/>
          </a:xfrm>
        </p:spPr>
        <p:txBody>
          <a:bodyPr/>
          <a:lstStyle/>
          <a:p>
            <a:endParaRPr lang="en-JP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2600C4BC-DD3F-2B76-7675-87E02432B8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994887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Object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63899B5-C468-0707-D094-481FE02C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754E995-FD86-269A-F950-0B7AB904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15204"/>
            <a:ext cx="4454315" cy="52967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8" y="1215190"/>
            <a:ext cx="7233253" cy="5297074"/>
          </a:xfrm>
          <a:prstGeom prst="rect">
            <a:avLst/>
          </a:prstGeom>
        </p:spPr>
        <p:txBody>
          <a:bodyPr>
            <a:normAutofit/>
          </a:bodyPr>
          <a:lstStyle>
            <a:lvl1pPr marL="455613" indent="-455613">
              <a:buFont typeface="System Font Regular"/>
              <a:buNone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77562530-37F2-2780-E6BA-CA78C1806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69178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Object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63899B5-C468-0707-D094-481FE02C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754E995-FD86-269A-F950-0B7AB904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215204"/>
            <a:ext cx="4454315" cy="52967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8" y="1215190"/>
            <a:ext cx="7233253" cy="5297074"/>
          </a:xfrm>
          <a:prstGeom prst="rect">
            <a:avLst/>
          </a:prstGeom>
        </p:spPr>
        <p:txBody>
          <a:bodyPr>
            <a:normAutofit/>
          </a:bodyPr>
          <a:lstStyle>
            <a:lvl1pPr marL="455613" indent="-455613">
              <a:buFont typeface="System Font Regular"/>
              <a:buNone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8" name="Key Message">
            <a:extLst>
              <a:ext uri="{FF2B5EF4-FFF2-40B4-BE49-F238E27FC236}">
                <a16:creationId xmlns:a16="http://schemas.microsoft.com/office/drawing/2014/main" id="{77562530-37F2-2780-E6BA-CA78C1806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99842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FCE6A05-6BA2-A095-AA1F-30690ACE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CB0CD24-F9A8-DB74-4777-4EC72ADD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227222"/>
            <a:ext cx="3784315" cy="53502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89469" y="1227222"/>
            <a:ext cx="3976019" cy="53502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227222"/>
            <a:ext cx="3976019" cy="53502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Key Message">
            <a:extLst>
              <a:ext uri="{FF2B5EF4-FFF2-40B4-BE49-F238E27FC236}">
                <a16:creationId xmlns:a16="http://schemas.microsoft.com/office/drawing/2014/main" id="{3FF9A378-B48A-E610-71BF-3D11F56C9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092126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FCE6A05-6BA2-A095-AA1F-30690ACE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CB0CD24-F9A8-DB74-4777-4EC72ADD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227222"/>
            <a:ext cx="3784315" cy="53502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89469" y="1227222"/>
            <a:ext cx="3976019" cy="53502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699" y="1227222"/>
            <a:ext cx="3976019" cy="53502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Key Message">
            <a:extLst>
              <a:ext uri="{FF2B5EF4-FFF2-40B4-BE49-F238E27FC236}">
                <a16:creationId xmlns:a16="http://schemas.microsoft.com/office/drawing/2014/main" id="{3FF9A378-B48A-E610-71BF-3D11F56C9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64241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154821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152817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Key Message">
            <a:extLst>
              <a:ext uri="{FF2B5EF4-FFF2-40B4-BE49-F238E27FC236}">
                <a16:creationId xmlns:a16="http://schemas.microsoft.com/office/drawing/2014/main" id="{57C607D3-E11A-A7DB-0095-D84B1E3C4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773941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154821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152817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203158"/>
            <a:ext cx="3903829" cy="5373855"/>
          </a:xfrm>
        </p:spPr>
        <p:txBody>
          <a:bodyPr/>
          <a:lstStyle/>
          <a:p>
            <a:endParaRPr lang="en-JP"/>
          </a:p>
        </p:txBody>
      </p:sp>
      <p:sp>
        <p:nvSpPr>
          <p:cNvPr id="9" name="Key Message">
            <a:extLst>
              <a:ext uri="{FF2B5EF4-FFF2-40B4-BE49-F238E27FC236}">
                <a16:creationId xmlns:a16="http://schemas.microsoft.com/office/drawing/2014/main" id="{57C607D3-E11A-A7DB-0095-D84B1E3C4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22288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1FAED64F-D926-A13A-3495-A1023B23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97070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227221"/>
            <a:ext cx="3940667" cy="5376779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1FAED64F-D926-A13A-3495-A1023B23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37855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F976744A-E592-3D53-F090-190DF9179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40003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227221"/>
            <a:ext cx="3964479" cy="5400843"/>
          </a:xfrm>
        </p:spPr>
        <p:txBody>
          <a:bodyPr/>
          <a:lstStyle/>
          <a:p>
            <a:endParaRPr lang="en-JP"/>
          </a:p>
        </p:txBody>
      </p:sp>
      <p:sp>
        <p:nvSpPr>
          <p:cNvPr id="3" name="Key Message">
            <a:extLst>
              <a:ext uri="{FF2B5EF4-FFF2-40B4-BE49-F238E27FC236}">
                <a16:creationId xmlns:a16="http://schemas.microsoft.com/office/drawing/2014/main" id="{F976744A-E592-3D53-F090-190DF9179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182922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E654C05-EA86-B091-038E-6F5CEE9F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29BED46F-B4A6-0AC9-B2A8-FCDF2DB2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0CCBD97E-4CE7-29DF-640C-FBE8D3A6B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134542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E654C05-EA86-B091-038E-6F5CEE9F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29BED46F-B4A6-0AC9-B2A8-FCDF2DB2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227222"/>
            <a:ext cx="3860801" cy="528504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0CCBD97E-4CE7-29DF-640C-FBE8D3A6B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497027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Tex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731384"/>
            <a:ext cx="3784315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3099CF-3D2D-98B2-01EA-6DC2D930F2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02283" y="1194973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731384"/>
            <a:ext cx="3976019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9C43A84-BFAF-2D83-7CFC-A5ECC095DD7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1525" y="1194973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731384"/>
            <a:ext cx="3976019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83EA-CB4B-B34B-6F6F-0450EAA1F10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50813" y="1194973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952D2FFF-5773-BE5C-F697-836BAA2E9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45740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586669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Tex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FFD256A-9B14-9A2B-DCA3-6BAE8E8EA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39" y="1731384"/>
            <a:ext cx="3784315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3099CF-3D2D-98B2-01EA-6DC2D930F2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02283" y="1194973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E8935E3-9ADE-6C9D-DC51-57FF875CD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31526" y="1731384"/>
            <a:ext cx="3976019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9C43A84-BFAF-2D83-7CFC-A5ECC095DD7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1525" y="1194973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8649F6-4487-B134-34EB-094ACFC48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813" y="1731384"/>
            <a:ext cx="3976019" cy="4846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83EA-CB4B-B34B-6F6F-0450EAA1F10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50813" y="1194973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952D2FFF-5773-BE5C-F697-836BAA2E9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45740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524722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Char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02283" y="1707330"/>
            <a:ext cx="3794270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7B4E-AAA4-B783-ABCC-6536724EC2E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02283" y="1182946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31525" y="1707330"/>
            <a:ext cx="3985976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CD130C-49CF-59C1-F947-B0A719764C7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231525" y="1182946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707330"/>
            <a:ext cx="3985976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92783AC-E2EC-844D-CEEB-EC92957EA24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50813" y="1182946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8A2CF4B4-39F1-5C25-4581-DBC53A7C9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285488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Char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hart Placeholder 3">
            <a:extLst>
              <a:ext uri="{FF2B5EF4-FFF2-40B4-BE49-F238E27FC236}">
                <a16:creationId xmlns:a16="http://schemas.microsoft.com/office/drawing/2014/main" id="{39B15E8D-38BF-68EF-4DF9-E0BAA98B0D1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02283" y="1707330"/>
            <a:ext cx="3794270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7B4E-AAA4-B783-ABCC-6536724EC2E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02283" y="1182946"/>
            <a:ext cx="379427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6EA831BE-22A7-F287-EB48-5F041F19ED4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31525" y="1707330"/>
            <a:ext cx="3985976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CD130C-49CF-59C1-F947-B0A719764C7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231525" y="1182946"/>
            <a:ext cx="3985976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EEB9DCF-14B9-FBCD-5C60-0C47519BF3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0813" y="1707330"/>
            <a:ext cx="3985976" cy="4869684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92783AC-E2EC-844D-CEEB-EC92957EA24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50813" y="1182946"/>
            <a:ext cx="3976019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8A2CF4B4-39F1-5C25-4581-DBC53A7C9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23079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Tabl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72F763-2581-F2E3-A496-269366CD5D0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194980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C346-5BD7-F41E-B842-776358D562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140869" y="1194980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BDEDBF8-C23C-D5EC-D47D-96536280C781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813" y="1194980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7D2224B4-CF0A-02BB-470C-1DD6152D9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89394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Tabl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4167AE8-AFED-7501-C189-1FF74C7A6233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8130923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72F763-2581-F2E3-A496-269366CD5D0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194980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able Placeholder 6">
            <a:extLst>
              <a:ext uri="{FF2B5EF4-FFF2-40B4-BE49-F238E27FC236}">
                <a16:creationId xmlns:a16="http://schemas.microsoft.com/office/drawing/2014/main" id="{2C59B8DE-FE7F-1412-CDF6-BD192CD52BAF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4140868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C346-5BD7-F41E-B842-776358D562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140869" y="1194980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3A6FB1AD-3378-DC59-F79B-595EA44695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50813" y="1731397"/>
            <a:ext cx="3940667" cy="4872603"/>
          </a:xfrm>
        </p:spPr>
        <p:txBody>
          <a:bodyPr/>
          <a:lstStyle/>
          <a:p>
            <a:endParaRPr lang="en-JP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BDEDBF8-C23C-D5EC-D47D-96536280C781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813" y="1194980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7D2224B4-CF0A-02BB-470C-1DD6152D9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351087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Picture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8406-A624-6ED0-CB62-6202B4E6BB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182948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6CD325-DF2C-4A11-0D3B-6C7F8F457B8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140869" y="1182948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8D7DB4-5ECB-EB87-216E-2B97A6DBDBC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50813" y="1182948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2ECBF9A2-D69C-C4C9-7F23-FC7AB3AB75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24083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Pictur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F7C53CAA-E861-451D-88EF-E85B43A2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603591"/>
            <a:ext cx="2844800" cy="232185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5875C6-DA2A-62F9-E077-FF04699C7C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111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8406-A624-6ED0-CB62-6202B4E6BB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130923" y="1182948"/>
            <a:ext cx="396563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0A748EF-8DAA-2474-19C0-966DD6FAF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28962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6CD325-DF2C-4A11-0D3B-6C7F8F457B8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140869" y="1182948"/>
            <a:ext cx="3965092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91AE9B9-6984-1F92-C8F3-09AC245C65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13" y="1707333"/>
            <a:ext cx="3964479" cy="4920731"/>
          </a:xfrm>
        </p:spPr>
        <p:txBody>
          <a:bodyPr/>
          <a:lstStyle/>
          <a:p>
            <a:endParaRPr lang="en-JP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8D7DB4-5ECB-EB87-216E-2B97A6DBDBC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50813" y="1182948"/>
            <a:ext cx="3940667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Key Message">
            <a:extLst>
              <a:ext uri="{FF2B5EF4-FFF2-40B4-BE49-F238E27FC236}">
                <a16:creationId xmlns:a16="http://schemas.microsoft.com/office/drawing/2014/main" id="{2ECBF9A2-D69C-C4C9-7F23-FC7AB3AB75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168442"/>
            <a:ext cx="11907838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763723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Object_P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659EA26-5023-C49D-AE62-9DAD1C85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6A714EAB-04F1-52E6-EEA5-F461C2F9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F57D91-636B-645A-740C-9697EF6634A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97850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BB1E2C-2473-BD42-1423-65BE80B5D0F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2275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6C60C5-78CC-625A-377C-8107B3FBC6C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66700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Key Message">
            <a:extLst>
              <a:ext uri="{FF2B5EF4-FFF2-40B4-BE49-F238E27FC236}">
                <a16:creationId xmlns:a16="http://schemas.microsoft.com/office/drawing/2014/main" id="{4F29B205-F7F5-18F5-F918-DF90AED9D9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92843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o_ThreeCol_Comparison_Object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659EA26-5023-C49D-AE62-9DAD1C85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6A714EAB-04F1-52E6-EEA5-F461C2F9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F57D91-636B-645A-740C-9697EF6634A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97850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BB1E2C-2473-BD42-1423-65BE80B5D0F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2275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731381"/>
            <a:ext cx="3860801" cy="47808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6C60C5-78CC-625A-377C-8107B3FBC6C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66700" y="11949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u="sng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Key Message">
            <a:extLst>
              <a:ext uri="{FF2B5EF4-FFF2-40B4-BE49-F238E27FC236}">
                <a16:creationId xmlns:a16="http://schemas.microsoft.com/office/drawing/2014/main" id="{4F29B205-F7F5-18F5-F918-DF90AED9D9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657946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0D62D2-563F-BE8F-1EDE-158B7F475AAE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3FAE9EFE-5BE5-F273-F2F9-1BD89413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33E52834-5DDA-1436-76A5-3E78992F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09D6003E-6813-7287-A19B-48555C962D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600">
                <a:solidFill>
                  <a:srgbClr val="4F4F70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594418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5_Blank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9F7C7D-208C-B374-A012-B380CCB339D1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A477B2B-13A1-D9E7-125B-FB62217A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605337"/>
            <a:ext cx="2844800" cy="230439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4BE6EEE7-E770-E9BE-B494-B4435560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605337"/>
            <a:ext cx="2844800" cy="230439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22298B8-B407-2641-B819-9AF87384663D}" type="datetime7">
              <a:rPr lang="en-US" smtClean="0"/>
              <a:t>Dec-25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66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pyright">
            <a:extLst>
              <a:ext uri="{FF2B5EF4-FFF2-40B4-BE49-F238E27FC236}">
                <a16:creationId xmlns:a16="http://schemas.microsoft.com/office/drawing/2014/main" id="{20F0ABEC-F6BD-F879-26F3-EFA6B16EA4B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9213849" y="6641867"/>
            <a:ext cx="28448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000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165600" y="6641867"/>
            <a:ext cx="38608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en-US" sz="1000"/>
          </a:p>
        </p:txBody>
      </p:sp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266698" y="6641867"/>
            <a:ext cx="28448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11A4AD2A-6A49-C042-9885-EE3EB1DE74D9}" type="datetime7">
              <a:rPr lang="en-US" smtClean="0"/>
              <a:t>Dec-25</a:t>
            </a:fld>
            <a:endParaRPr lang="en-US" sz="1000" dirty="0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66698" y="1600201"/>
            <a:ext cx="11791951" cy="4983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41345" y="274639"/>
            <a:ext cx="1204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4" r:id="rId3"/>
    <p:sldLayoutId id="2147483670" r:id="rId4"/>
    <p:sldLayoutId id="2147483675" r:id="rId5"/>
    <p:sldLayoutId id="2147483676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50" r:id="rId12"/>
    <p:sldLayoutId id="2147483683" r:id="rId13"/>
    <p:sldLayoutId id="2147483652" r:id="rId14"/>
    <p:sldLayoutId id="2147483684" r:id="rId15"/>
    <p:sldLayoutId id="2147483685" r:id="rId16"/>
    <p:sldLayoutId id="2147483689" r:id="rId17"/>
    <p:sldLayoutId id="2147483687" r:id="rId18"/>
    <p:sldLayoutId id="2147483690" r:id="rId19"/>
    <p:sldLayoutId id="2147483686" r:id="rId20"/>
    <p:sldLayoutId id="2147483691" r:id="rId21"/>
    <p:sldLayoutId id="2147483688" r:id="rId22"/>
    <p:sldLayoutId id="2147483817" r:id="rId23"/>
    <p:sldLayoutId id="2147483653" r:id="rId24"/>
    <p:sldLayoutId id="2147483696" r:id="rId25"/>
    <p:sldLayoutId id="2147483693" r:id="rId26"/>
    <p:sldLayoutId id="2147483697" r:id="rId27"/>
    <p:sldLayoutId id="2147483694" r:id="rId28"/>
    <p:sldLayoutId id="2147483698" r:id="rId29"/>
    <p:sldLayoutId id="2147483695" r:id="rId30"/>
    <p:sldLayoutId id="2147483699" r:id="rId31"/>
    <p:sldLayoutId id="2147483692" r:id="rId32"/>
    <p:sldLayoutId id="2147483700" r:id="rId33"/>
    <p:sldLayoutId id="2147483703" r:id="rId34"/>
    <p:sldLayoutId id="2147483705" r:id="rId35"/>
    <p:sldLayoutId id="2147483701" r:id="rId36"/>
    <p:sldLayoutId id="2147483706" r:id="rId37"/>
    <p:sldLayoutId id="2147483704" r:id="rId38"/>
    <p:sldLayoutId id="2147483707" r:id="rId39"/>
    <p:sldLayoutId id="2147483656" r:id="rId40"/>
    <p:sldLayoutId id="2147483708" r:id="rId41"/>
    <p:sldLayoutId id="2147483667" r:id="rId42"/>
    <p:sldLayoutId id="2147483712" r:id="rId43"/>
    <p:sldLayoutId id="2147483709" r:id="rId44"/>
    <p:sldLayoutId id="2147483713" r:id="rId45"/>
    <p:sldLayoutId id="2147483710" r:id="rId46"/>
    <p:sldLayoutId id="2147483714" r:id="rId47"/>
    <p:sldLayoutId id="2147483711" r:id="rId48"/>
    <p:sldLayoutId id="2147483715" r:id="rId49"/>
    <p:sldLayoutId id="2147483673" r:id="rId50"/>
    <p:sldLayoutId id="2147483716" r:id="rId51"/>
    <p:sldLayoutId id="2147483717" r:id="rId52"/>
    <p:sldLayoutId id="2147483724" r:id="rId53"/>
    <p:sldLayoutId id="2147483719" r:id="rId54"/>
    <p:sldLayoutId id="2147483725" r:id="rId55"/>
    <p:sldLayoutId id="2147483721" r:id="rId56"/>
    <p:sldLayoutId id="2147483726" r:id="rId57"/>
    <p:sldLayoutId id="2147483723" r:id="rId58"/>
    <p:sldLayoutId id="2147483727" r:id="rId59"/>
    <p:sldLayoutId id="2147483669" r:id="rId60"/>
    <p:sldLayoutId id="2147483728" r:id="rId61"/>
    <p:sldLayoutId id="2147483654" r:id="rId62"/>
    <p:sldLayoutId id="2147483655" r:id="rId63"/>
    <p:sldLayoutId id="2147483661" r:id="rId64"/>
    <p:sldLayoutId id="2147483729" r:id="rId65"/>
    <p:sldLayoutId id="2147483788" r:id="rId66"/>
    <p:sldLayoutId id="2147483731" r:id="rId67"/>
    <p:sldLayoutId id="2147483789" r:id="rId68"/>
    <p:sldLayoutId id="2147483733" r:id="rId69"/>
    <p:sldLayoutId id="2147483790" r:id="rId70"/>
    <p:sldLayoutId id="2147483735" r:id="rId71"/>
    <p:sldLayoutId id="2147483791" r:id="rId72"/>
    <p:sldLayoutId id="2147483737" r:id="rId73"/>
    <p:sldLayoutId id="2147483792" r:id="rId74"/>
    <p:sldLayoutId id="2147483739" r:id="rId75"/>
    <p:sldLayoutId id="2147483793" r:id="rId76"/>
    <p:sldLayoutId id="2147483741" r:id="rId77"/>
    <p:sldLayoutId id="2147483794" r:id="rId78"/>
    <p:sldLayoutId id="2147483743" r:id="rId79"/>
    <p:sldLayoutId id="2147483795" r:id="rId80"/>
    <p:sldLayoutId id="2147483745" r:id="rId81"/>
    <p:sldLayoutId id="2147483796" r:id="rId82"/>
    <p:sldLayoutId id="2147483747" r:id="rId83"/>
    <p:sldLayoutId id="2147483797" r:id="rId84"/>
    <p:sldLayoutId id="2147483748" r:id="rId85"/>
    <p:sldLayoutId id="2147483798" r:id="rId86"/>
    <p:sldLayoutId id="2147483750" r:id="rId87"/>
    <p:sldLayoutId id="2147483799" r:id="rId88"/>
    <p:sldLayoutId id="2147483752" r:id="rId89"/>
    <p:sldLayoutId id="2147483800" r:id="rId90"/>
    <p:sldLayoutId id="2147483754" r:id="rId91"/>
    <p:sldLayoutId id="2147483801" r:id="rId92"/>
    <p:sldLayoutId id="2147483756" r:id="rId93"/>
    <p:sldLayoutId id="2147483802" r:id="rId94"/>
    <p:sldLayoutId id="2147483758" r:id="rId95"/>
    <p:sldLayoutId id="2147483803" r:id="rId96"/>
    <p:sldLayoutId id="2147483760" r:id="rId97"/>
    <p:sldLayoutId id="2147483804" r:id="rId98"/>
    <p:sldLayoutId id="2147483762" r:id="rId99"/>
    <p:sldLayoutId id="2147483805" r:id="rId100"/>
    <p:sldLayoutId id="2147483764" r:id="rId101"/>
    <p:sldLayoutId id="2147483806" r:id="rId102"/>
    <p:sldLayoutId id="2147483766" r:id="rId103"/>
    <p:sldLayoutId id="2147483807" r:id="rId104"/>
    <p:sldLayoutId id="2147483768" r:id="rId105"/>
    <p:sldLayoutId id="2147483808" r:id="rId106"/>
    <p:sldLayoutId id="2147483770" r:id="rId107"/>
    <p:sldLayoutId id="2147483809" r:id="rId108"/>
    <p:sldLayoutId id="2147483772" r:id="rId109"/>
    <p:sldLayoutId id="2147483810" r:id="rId110"/>
    <p:sldLayoutId id="2147483774" r:id="rId111"/>
    <p:sldLayoutId id="2147483811" r:id="rId112"/>
    <p:sldLayoutId id="2147483776" r:id="rId113"/>
    <p:sldLayoutId id="2147483812" r:id="rId114"/>
    <p:sldLayoutId id="2147483778" r:id="rId115"/>
    <p:sldLayoutId id="2147483813" r:id="rId116"/>
    <p:sldLayoutId id="2147483780" r:id="rId117"/>
    <p:sldLayoutId id="2147483814" r:id="rId118"/>
    <p:sldLayoutId id="2147483782" r:id="rId119"/>
    <p:sldLayoutId id="2147483815" r:id="rId120"/>
    <p:sldLayoutId id="2147483784" r:id="rId121"/>
    <p:sldLayoutId id="2147483816" r:id="rId122"/>
    <p:sldLayoutId id="2147483786" r:id="rId123"/>
    <p:sldLayoutId id="2147483787" r:id="rId124"/>
  </p:sldLayoutIdLst>
  <p:hf hdr="0" ftr="0"/>
  <p:txStyles>
    <p:titleStyle>
      <a:lvl1pPr algn="l" defTabSz="457189" rtl="0" eaLnBrk="1" latinLnBrk="0" hangingPunct="1">
        <a:spcBef>
          <a:spcPct val="0"/>
        </a:spcBef>
        <a:buNone/>
        <a:defRPr sz="44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182563" indent="-182563" algn="l" defTabSz="457189" rtl="0" eaLnBrk="1" latinLnBrk="0" hangingPunct="1">
        <a:spcBef>
          <a:spcPct val="20000"/>
        </a:spcBef>
        <a:buFont typeface="System Font Regular"/>
        <a:buChar char="-"/>
        <a:tabLst/>
        <a:defRPr sz="24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404813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20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588963" indent="-171450" algn="l" defTabSz="457189" rtl="0" eaLnBrk="1" latinLnBrk="0" hangingPunct="1">
        <a:spcBef>
          <a:spcPct val="20000"/>
        </a:spcBef>
        <a:buFont typeface="System Font Regular"/>
        <a:buChar char="-"/>
        <a:tabLst/>
        <a:defRPr sz="18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758825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16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889000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1600" kern="1200">
          <a:solidFill>
            <a:schemeClr val="tx1">
              <a:lumMod val="50000"/>
              <a:lumOff val="50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C92DC-D36B-4D58-D3BD-28D9E34D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631DEF-D753-6A0B-7C2B-55EDE54C0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19671"/>
              </p:ext>
            </p:extLst>
          </p:nvPr>
        </p:nvGraphicFramePr>
        <p:xfrm>
          <a:off x="2200675" y="1793864"/>
          <a:ext cx="7971972" cy="292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993">
                  <a:extLst>
                    <a:ext uri="{9D8B030D-6E8A-4147-A177-3AD203B41FA5}">
                      <a16:colId xmlns:a16="http://schemas.microsoft.com/office/drawing/2014/main" val="284926909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1558983509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1964369217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881895866"/>
                    </a:ext>
                  </a:extLst>
                </a:gridCol>
              </a:tblGrid>
              <a:tr h="35802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JP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numeric</a:t>
                      </a:r>
                      <a:endParaRPr lang="en-JP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JP" dirty="0">
                          <a:solidFill>
                            <a:schemeClr val="bg1"/>
                          </a:solidFill>
                        </a:rPr>
                        <a:t>ear 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bg1"/>
                          </a:solidFill>
                        </a:rPr>
                        <a:t>word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17528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</a:t>
                      </a:r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tem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9689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</a:t>
                      </a:r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tem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1,000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393098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</a:t>
                      </a:r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tem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10,000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20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34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27FCC-71F8-6598-04DD-36AA2982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CDBB611-2176-4F53-EE01-AC9326A73B06}"/>
              </a:ext>
            </a:extLst>
          </p:cNvPr>
          <p:cNvSpPr/>
          <p:nvPr/>
        </p:nvSpPr>
        <p:spPr>
          <a:xfrm>
            <a:off x="1322773" y="2638887"/>
            <a:ext cx="2068496" cy="1426347"/>
          </a:xfrm>
          <a:prstGeom prst="roundRect">
            <a:avLst>
              <a:gd name="adj" fmla="val 383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D23029-0A8E-8D17-3253-0F980CA07C83}"/>
              </a:ext>
            </a:extLst>
          </p:cNvPr>
          <p:cNvSpPr/>
          <p:nvPr/>
        </p:nvSpPr>
        <p:spPr>
          <a:xfrm>
            <a:off x="3818877" y="1856913"/>
            <a:ext cx="2068496" cy="1426347"/>
          </a:xfrm>
          <a:prstGeom prst="roundRect">
            <a:avLst>
              <a:gd name="adj" fmla="val 3837"/>
            </a:avLst>
          </a:prstGeom>
          <a:solidFill>
            <a:srgbClr val="4F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bg1"/>
                </a:solidFill>
              </a:rPr>
              <a:t>Good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02BB45-7661-FD72-F726-8E065EC0EF99}"/>
              </a:ext>
            </a:extLst>
          </p:cNvPr>
          <p:cNvSpPr/>
          <p:nvPr/>
        </p:nvSpPr>
        <p:spPr>
          <a:xfrm>
            <a:off x="3818877" y="3420861"/>
            <a:ext cx="2068496" cy="1426347"/>
          </a:xfrm>
          <a:prstGeom prst="roundRect">
            <a:avLst>
              <a:gd name="adj" fmla="val 3837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bg1"/>
                </a:solidFill>
              </a:rPr>
              <a:t>Bad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BD7BC3B-C5B7-B6FF-5C3D-280D5774258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391269" y="3352061"/>
            <a:ext cx="427608" cy="78197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10E64AB-E48C-B544-DE20-72B276D3CF3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3391269" y="2570087"/>
            <a:ext cx="427608" cy="78197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三角形 9">
            <a:extLst>
              <a:ext uri="{FF2B5EF4-FFF2-40B4-BE49-F238E27FC236}">
                <a16:creationId xmlns:a16="http://schemas.microsoft.com/office/drawing/2014/main" id="{FE858382-8233-B644-E6AF-3B4A52B50DE8}"/>
              </a:ext>
            </a:extLst>
          </p:cNvPr>
          <p:cNvSpPr/>
          <p:nvPr/>
        </p:nvSpPr>
        <p:spPr>
          <a:xfrm rot="5400000">
            <a:off x="5594309" y="3120276"/>
            <a:ext cx="1441342" cy="3409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角丸四角形 5">
            <a:extLst>
              <a:ext uri="{FF2B5EF4-FFF2-40B4-BE49-F238E27FC236}">
                <a16:creationId xmlns:a16="http://schemas.microsoft.com/office/drawing/2014/main" id="{0FC086B8-93FE-A0B4-8DC1-60940295204E}"/>
              </a:ext>
            </a:extLst>
          </p:cNvPr>
          <p:cNvSpPr/>
          <p:nvPr/>
        </p:nvSpPr>
        <p:spPr>
          <a:xfrm>
            <a:off x="6898005" y="1502546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 point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en-US" altLang="ja-JP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ja-JP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角丸四角形 5">
            <a:extLst>
              <a:ext uri="{FF2B5EF4-FFF2-40B4-BE49-F238E27FC236}">
                <a16:creationId xmlns:a16="http://schemas.microsoft.com/office/drawing/2014/main" id="{A6575FF0-DBCB-0114-6139-9298BE806AD9}"/>
              </a:ext>
            </a:extLst>
          </p:cNvPr>
          <p:cNvSpPr/>
          <p:nvPr/>
        </p:nvSpPr>
        <p:spPr>
          <a:xfrm>
            <a:off x="6899485" y="3235173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4F4F7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Good point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en-US" altLang="ja-JP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ja-JP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角丸四角形 5">
            <a:extLst>
              <a:ext uri="{FF2B5EF4-FFF2-40B4-BE49-F238E27FC236}">
                <a16:creationId xmlns:a16="http://schemas.microsoft.com/office/drawing/2014/main" id="{7C874BC0-AF74-DA19-20DE-E4ABA1C2E6FD}"/>
              </a:ext>
            </a:extLst>
          </p:cNvPr>
          <p:cNvSpPr/>
          <p:nvPr/>
        </p:nvSpPr>
        <p:spPr>
          <a:xfrm>
            <a:off x="6900965" y="4967799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Bad point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en-US" altLang="ja-JP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ja-JP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1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79FBD-1570-405E-38EB-4B6200C7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083A418-C18B-4328-DA4B-2F9B7CC3C3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034092"/>
              </p:ext>
            </p:extLst>
          </p:nvPr>
        </p:nvGraphicFramePr>
        <p:xfrm>
          <a:off x="2032000" y="719666"/>
          <a:ext cx="8128000" cy="5903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D93EA2-557C-882A-7749-602D9D779884}"/>
              </a:ext>
            </a:extLst>
          </p:cNvPr>
          <p:cNvSpPr txBox="1"/>
          <p:nvPr/>
        </p:nvSpPr>
        <p:spPr>
          <a:xfrm>
            <a:off x="7694023" y="274320"/>
            <a:ext cx="412786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JP" dirty="0"/>
              <a:t>emplate.crtxを作成すること</a:t>
            </a:r>
          </a:p>
        </p:txBody>
      </p:sp>
    </p:spTree>
    <p:extLst>
      <p:ext uri="{BB962C8B-B14F-4D97-AF65-F5344CB8AC3E}">
        <p14:creationId xmlns:p14="http://schemas.microsoft.com/office/powerpoint/2010/main" val="320536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">
            <a:extLst>
              <a:ext uri="{FF2B5EF4-FFF2-40B4-BE49-F238E27FC236}">
                <a16:creationId xmlns:a16="http://schemas.microsoft.com/office/drawing/2014/main" id="{5E84D0DF-396E-B7AD-A498-D622B436EAD1}"/>
              </a:ext>
            </a:extLst>
          </p:cNvPr>
          <p:cNvSpPr/>
          <p:nvPr/>
        </p:nvSpPr>
        <p:spPr>
          <a:xfrm>
            <a:off x="6926172" y="2813415"/>
            <a:ext cx="4289367" cy="3258589"/>
          </a:xfrm>
          <a:prstGeom prst="roundRect">
            <a:avLst>
              <a:gd name="adj" fmla="val 4307"/>
            </a:avLst>
          </a:prstGeom>
          <a:noFill/>
          <a:ln w="95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11">
            <a:extLst>
              <a:ext uri="{FF2B5EF4-FFF2-40B4-BE49-F238E27FC236}">
                <a16:creationId xmlns:a16="http://schemas.microsoft.com/office/drawing/2014/main" id="{9ABA6B03-E0A4-438C-F314-71FF190EDE26}"/>
              </a:ext>
            </a:extLst>
          </p:cNvPr>
          <p:cNvGrpSpPr/>
          <p:nvPr/>
        </p:nvGrpSpPr>
        <p:grpSpPr>
          <a:xfrm>
            <a:off x="7390780" y="1913227"/>
            <a:ext cx="4289367" cy="547934"/>
            <a:chOff x="7390780" y="1945885"/>
            <a:chExt cx="4289367" cy="547934"/>
          </a:xfrm>
        </p:grpSpPr>
        <p:sp>
          <p:nvSpPr>
            <p:cNvPr id="6" name="角丸四角形 4">
              <a:extLst>
                <a:ext uri="{FF2B5EF4-FFF2-40B4-BE49-F238E27FC236}">
                  <a16:creationId xmlns:a16="http://schemas.microsoft.com/office/drawing/2014/main" id="{42B04BAC-180E-743F-D5D9-9CE5DDBDD951}"/>
                </a:ext>
              </a:extLst>
            </p:cNvPr>
            <p:cNvSpPr/>
            <p:nvPr/>
          </p:nvSpPr>
          <p:spPr>
            <a:xfrm>
              <a:off x="7390780" y="1945885"/>
              <a:ext cx="4289367" cy="54793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ああああ</a:t>
              </a:r>
              <a:endPara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" name="直線コネクタ 8">
              <a:extLst>
                <a:ext uri="{FF2B5EF4-FFF2-40B4-BE49-F238E27FC236}">
                  <a16:creationId xmlns:a16="http://schemas.microsoft.com/office/drawing/2014/main" id="{F9128B3D-F394-50A1-B9E9-52F726AE1339}"/>
                </a:ext>
              </a:extLst>
            </p:cNvPr>
            <p:cNvCxnSpPr>
              <a:cxnSpLocks/>
              <a:stCxn id="6" idx="1"/>
              <a:endCxn id="6" idx="3"/>
            </p:cNvCxnSpPr>
            <p:nvPr/>
          </p:nvCxnSpPr>
          <p:spPr>
            <a:xfrm>
              <a:off x="7390780" y="2219852"/>
              <a:ext cx="4289367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テキスト ボックス 4">
            <a:extLst>
              <a:ext uri="{FF2B5EF4-FFF2-40B4-BE49-F238E27FC236}">
                <a16:creationId xmlns:a16="http://schemas.microsoft.com/office/drawing/2014/main" id="{8D6A3AEE-AF98-18F8-1663-0B9D0681E3D3}"/>
              </a:ext>
            </a:extLst>
          </p:cNvPr>
          <p:cNvSpPr txBox="1"/>
          <p:nvPr/>
        </p:nvSpPr>
        <p:spPr>
          <a:xfrm>
            <a:off x="3761750" y="6529226"/>
            <a:ext cx="8101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Source</a:t>
            </a:r>
            <a:endParaRPr kumimoji="1" lang="ja-JP" altLang="en-US" sz="1000" dirty="0" err="1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角丸四角形 5">
            <a:extLst>
              <a:ext uri="{FF2B5EF4-FFF2-40B4-BE49-F238E27FC236}">
                <a16:creationId xmlns:a16="http://schemas.microsoft.com/office/drawing/2014/main" id="{20546076-3739-6E8D-F663-C664EDE6A415}"/>
              </a:ext>
            </a:extLst>
          </p:cNvPr>
          <p:cNvSpPr/>
          <p:nvPr/>
        </p:nvSpPr>
        <p:spPr>
          <a:xfrm>
            <a:off x="417095" y="1243171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rgbClr val="4F4F70"/>
                </a:solidFill>
              </a:rPr>
              <a:t>あああああ</a:t>
            </a:r>
            <a:endParaRPr kumimoji="1" lang="en-US" altLang="ja-JP" sz="2400" dirty="0">
              <a:solidFill>
                <a:srgbClr val="4F4F70"/>
              </a:solidFill>
            </a:endParaRPr>
          </a:p>
          <a:p>
            <a:endParaRPr lang="en-US" altLang="ja-JP" sz="2400" dirty="0">
              <a:solidFill>
                <a:srgbClr val="4F4F70"/>
              </a:solidFill>
            </a:endParaRPr>
          </a:p>
          <a:p>
            <a:r>
              <a:rPr kumimoji="1" lang="ja-JP" altLang="en-US">
                <a:solidFill>
                  <a:srgbClr val="4F4F70"/>
                </a:solidFill>
              </a:rPr>
              <a:t>あああ</a:t>
            </a:r>
            <a:endParaRPr kumimoji="1" lang="ja-JP" altLang="en-US" sz="1600">
              <a:solidFill>
                <a:srgbClr val="4F4F70"/>
              </a:solidFill>
            </a:endParaRP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BC4C0E01-4CD2-A9F0-B9E7-CDFE2200AFCF}"/>
              </a:ext>
            </a:extLst>
          </p:cNvPr>
          <p:cNvSpPr/>
          <p:nvPr/>
        </p:nvSpPr>
        <p:spPr>
          <a:xfrm rot="5400000">
            <a:off x="2588217" y="4308529"/>
            <a:ext cx="1441342" cy="3409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20">
            <a:extLst>
              <a:ext uri="{FF2B5EF4-FFF2-40B4-BE49-F238E27FC236}">
                <a16:creationId xmlns:a16="http://schemas.microsoft.com/office/drawing/2014/main" id="{F219B896-831D-8B8C-5D76-5EC1D18A76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pic>
        <p:nvPicPr>
          <p:cNvPr id="28" name="図 36">
            <a:extLst>
              <a:ext uri="{FF2B5EF4-FFF2-40B4-BE49-F238E27FC236}">
                <a16:creationId xmlns:a16="http://schemas.microsoft.com/office/drawing/2014/main" id="{25B2143F-3CCB-9E3B-96EF-49DE9CA95A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sp>
        <p:nvSpPr>
          <p:cNvPr id="30" name="円/楕円 38">
            <a:extLst>
              <a:ext uri="{FF2B5EF4-FFF2-40B4-BE49-F238E27FC236}">
                <a16:creationId xmlns:a16="http://schemas.microsoft.com/office/drawing/2014/main" id="{CC67CFE5-A5F4-2EC3-E914-873C40759BBA}"/>
              </a:ext>
            </a:extLst>
          </p:cNvPr>
          <p:cNvSpPr>
            <a:spLocks noChangeAspect="1"/>
          </p:cNvSpPr>
          <p:nvPr/>
        </p:nvSpPr>
        <p:spPr>
          <a:xfrm>
            <a:off x="4103915" y="3758339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en-US" altLang="ja-JP" sz="3200" dirty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1" name="グラフィックス 39" descr="ユーザー 単色塗りつぶし">
            <a:extLst>
              <a:ext uri="{FF2B5EF4-FFF2-40B4-BE49-F238E27FC236}">
                <a16:creationId xmlns:a16="http://schemas.microsoft.com/office/drawing/2014/main" id="{50805925-2BFD-BCA3-3A2D-D2044D23F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1" y="2567780"/>
            <a:ext cx="914400" cy="914400"/>
          </a:xfrm>
          <a:prstGeom prst="rect">
            <a:avLst/>
          </a:prstGeom>
        </p:spPr>
      </p:pic>
      <p:pic>
        <p:nvPicPr>
          <p:cNvPr id="32" name="グラフィックス 41" descr="ユーザー 単色塗りつぶし">
            <a:extLst>
              <a:ext uri="{FF2B5EF4-FFF2-40B4-BE49-F238E27FC236}">
                <a16:creationId xmlns:a16="http://schemas.microsoft.com/office/drawing/2014/main" id="{B66C17A2-6342-5CD1-02F2-6891D92F9E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0078" y="3278997"/>
            <a:ext cx="914400" cy="914400"/>
          </a:xfrm>
          <a:prstGeom prst="rect">
            <a:avLst/>
          </a:prstGeom>
        </p:spPr>
      </p:pic>
      <p:pic>
        <p:nvPicPr>
          <p:cNvPr id="33" name="グラフィックス 43" descr="歯車付きの頭 単色塗りつぶし">
            <a:extLst>
              <a:ext uri="{FF2B5EF4-FFF2-40B4-BE49-F238E27FC236}">
                <a16:creationId xmlns:a16="http://schemas.microsoft.com/office/drawing/2014/main" id="{E4CDFB18-84BE-8B91-F1C4-B24AD77CD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31510" y="4617548"/>
            <a:ext cx="914400" cy="914400"/>
          </a:xfrm>
          <a:prstGeom prst="rect">
            <a:avLst/>
          </a:prstGeom>
        </p:spPr>
      </p:pic>
      <p:pic>
        <p:nvPicPr>
          <p:cNvPr id="34" name="グラフィックス 45" descr="建物 単色塗りつぶし">
            <a:extLst>
              <a:ext uri="{FF2B5EF4-FFF2-40B4-BE49-F238E27FC236}">
                <a16:creationId xmlns:a16="http://schemas.microsoft.com/office/drawing/2014/main" id="{3B17A830-2529-26D5-08B4-DC5F2F54BB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01066" y="1557452"/>
            <a:ext cx="914400" cy="914400"/>
          </a:xfrm>
          <a:prstGeom prst="rect">
            <a:avLst/>
          </a:prstGeom>
        </p:spPr>
      </p:pic>
      <p:pic>
        <p:nvPicPr>
          <p:cNvPr id="35" name="グラフィックス 47" descr="建物 枠線">
            <a:extLst>
              <a:ext uri="{FF2B5EF4-FFF2-40B4-BE49-F238E27FC236}">
                <a16:creationId xmlns:a16="http://schemas.microsoft.com/office/drawing/2014/main" id="{58DF64FD-5B2B-EF73-2462-08DB7D6286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4001" y="1736225"/>
            <a:ext cx="914400" cy="914400"/>
          </a:xfrm>
          <a:prstGeom prst="rect">
            <a:avLst/>
          </a:prstGeom>
        </p:spPr>
      </p:pic>
      <p:pic>
        <p:nvPicPr>
          <p:cNvPr id="36" name="グラフィックス 49" descr="銀行 単色塗りつぶし">
            <a:extLst>
              <a:ext uri="{FF2B5EF4-FFF2-40B4-BE49-F238E27FC236}">
                <a16:creationId xmlns:a16="http://schemas.microsoft.com/office/drawing/2014/main" id="{8816E568-BCDD-824A-7849-9A25BBF46A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88227" y="2273258"/>
            <a:ext cx="914400" cy="914400"/>
          </a:xfrm>
          <a:prstGeom prst="rect">
            <a:avLst/>
          </a:prstGeom>
        </p:spPr>
      </p:pic>
      <p:pic>
        <p:nvPicPr>
          <p:cNvPr id="37" name="グラフィックス 51" descr="ストア 単色塗りつぶし">
            <a:extLst>
              <a:ext uri="{FF2B5EF4-FFF2-40B4-BE49-F238E27FC236}">
                <a16:creationId xmlns:a16="http://schemas.microsoft.com/office/drawing/2014/main" id="{4B1AACA3-0AD9-F8AE-18B5-4035D8D4BB7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3012" y="1403595"/>
            <a:ext cx="914400" cy="914400"/>
          </a:xfrm>
          <a:prstGeom prst="rect">
            <a:avLst/>
          </a:prstGeom>
        </p:spPr>
      </p:pic>
      <p:pic>
        <p:nvPicPr>
          <p:cNvPr id="38" name="グラフィックス 53" descr="売り出し中 単色塗りつぶし">
            <a:extLst>
              <a:ext uri="{FF2B5EF4-FFF2-40B4-BE49-F238E27FC236}">
                <a16:creationId xmlns:a16="http://schemas.microsoft.com/office/drawing/2014/main" id="{32F4A0F7-7A7E-2E3C-0B2B-6C2CB3CA32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52721" y="4617548"/>
            <a:ext cx="914400" cy="914400"/>
          </a:xfrm>
          <a:prstGeom prst="rect">
            <a:avLst/>
          </a:prstGeom>
        </p:spPr>
      </p:pic>
      <p:pic>
        <p:nvPicPr>
          <p:cNvPr id="39" name="グラフィックス 55" descr="都市 単色塗りつぶし">
            <a:extLst>
              <a:ext uri="{FF2B5EF4-FFF2-40B4-BE49-F238E27FC236}">
                <a16:creationId xmlns:a16="http://schemas.microsoft.com/office/drawing/2014/main" id="{94D90D67-37BD-E50E-978C-1A0226A8F62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37424" y="3333952"/>
            <a:ext cx="914400" cy="914400"/>
          </a:xfrm>
          <a:prstGeom prst="rect">
            <a:avLst/>
          </a:prstGeom>
        </p:spPr>
      </p:pic>
      <p:pic>
        <p:nvPicPr>
          <p:cNvPr id="40" name="グラフィックス 57" descr="E コマース 単色塗りつぶし">
            <a:extLst>
              <a:ext uri="{FF2B5EF4-FFF2-40B4-BE49-F238E27FC236}">
                <a16:creationId xmlns:a16="http://schemas.microsoft.com/office/drawing/2014/main" id="{3FC75179-03E9-5899-F0D9-484899956DD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42" name="Picture 2" descr="サーバー モノクロアイコン フリー素材 – アイコン・イラストダウンロードサイト【OWL STOCK -オウルストック】">
            <a:extLst>
              <a:ext uri="{FF2B5EF4-FFF2-40B4-BE49-F238E27FC236}">
                <a16:creationId xmlns:a16="http://schemas.microsoft.com/office/drawing/2014/main" id="{2FB58AC8-EA05-4449-12F2-2C670AD6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452586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44FD8D-08C2-C020-EA04-80CD6C3B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D68CE-C5C1-E431-A7AB-4CBE77AAEC2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1925"/>
            <a:ext cx="2844800" cy="323850"/>
          </a:xfrm>
        </p:spPr>
        <p:txBody>
          <a:bodyPr/>
          <a:lstStyle/>
          <a:p>
            <a:fld id="{50266D71-3305-5940-9DF1-3A5789D0524A}" type="datetime7">
              <a:rPr lang="en-US" smtClean="0"/>
              <a:t>Dec-25</a:t>
            </a:fld>
            <a:endParaRPr lang="en-US"/>
          </a:p>
        </p:txBody>
      </p:sp>
      <p:sp>
        <p:nvSpPr>
          <p:cNvPr id="3" name="角丸四角形 5">
            <a:extLst>
              <a:ext uri="{FF2B5EF4-FFF2-40B4-BE49-F238E27FC236}">
                <a16:creationId xmlns:a16="http://schemas.microsoft.com/office/drawing/2014/main" id="{CB4C9221-E946-8CEA-F560-A63D2CE1F7D3}"/>
              </a:ext>
            </a:extLst>
          </p:cNvPr>
          <p:cNvSpPr/>
          <p:nvPr/>
        </p:nvSpPr>
        <p:spPr>
          <a:xfrm>
            <a:off x="6054625" y="1247288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rgbClr val="C00000"/>
                </a:solidFill>
              </a:rPr>
              <a:t>あああああ</a:t>
            </a:r>
            <a:endParaRPr kumimoji="1" lang="en-US" altLang="ja-JP" sz="2400" dirty="0">
              <a:solidFill>
                <a:srgbClr val="C00000"/>
              </a:solidFill>
            </a:endParaRPr>
          </a:p>
          <a:p>
            <a:endParaRPr lang="en-US" altLang="ja-JP" sz="2400" dirty="0">
              <a:solidFill>
                <a:srgbClr val="C00000"/>
              </a:solidFill>
            </a:endParaRPr>
          </a:p>
          <a:p>
            <a:r>
              <a:rPr kumimoji="1" lang="ja-JP" altLang="en-US">
                <a:solidFill>
                  <a:srgbClr val="C00000"/>
                </a:solidFill>
              </a:rPr>
              <a:t>あああ</a:t>
            </a:r>
            <a:endParaRPr kumimoji="1" lang="ja-JP" altLang="en-US" sz="160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BBFE8-550A-39BE-3D2B-B0057931A6C1}"/>
              </a:ext>
            </a:extLst>
          </p:cNvPr>
          <p:cNvSpPr txBox="1"/>
          <p:nvPr/>
        </p:nvSpPr>
        <p:spPr>
          <a:xfrm>
            <a:off x="7694023" y="274320"/>
            <a:ext cx="412786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JP" dirty="0"/>
              <a:t>参考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5636</TotalTime>
  <Words>81</Words>
  <Application>Microsoft Macintosh PowerPoint</Application>
  <PresentationFormat>Widescreen</PresentationFormat>
  <Paragraphs>47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Meiryo</vt:lpstr>
      <vt:lpstr>Meiryo</vt:lpstr>
      <vt:lpstr>System Font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/>
  <cp:lastModifiedBy/>
  <cp:revision>75</cp:revision>
  <dcterms:created xsi:type="dcterms:W3CDTF">2017-06-05T14:10:58Z</dcterms:created>
  <dcterms:modified xsi:type="dcterms:W3CDTF">2025-12-09T07:08:45Z</dcterms:modified>
</cp:coreProperties>
</file>
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550" autoAdjust="0"/>
    <p:restoredTop sz="94719" autoAdjust="0"/>
  </p:normalViewPr>
  <p:slideViewPr>
    <p:cSldViewPr snapToGrid="0" snapToObjects="1">
      <p:cViewPr varScale="1">
        <p:scale>
          <a:sx n="144" d="100"/>
          <a:sy n="144" d="100"/>
        </p:scale>
        <p:origin x="224" y="3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8/2/25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D2CB23C-349E-A801-22F4-6F5DBB758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48" y="3490800"/>
            <a:ext cx="10363200" cy="628813"/>
          </a:xfrm>
        </p:spPr>
        <p:txBody>
          <a:bodyPr/>
          <a:lstStyle>
            <a:lvl1pPr algn="l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C6D4DB2-6FDF-A462-C27D-43660A8D1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48" y="5009985"/>
            <a:ext cx="8534400" cy="62881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A36DF1E-91FA-4DB1-DC20-7ED096A4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/>
          <a:p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AA480EE-F94D-6739-6655-78E43053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3825C-9996-9593-051D-52F98ECB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78E1BD5-DB2A-B74B-B463-B43B8948B2A2}" type="datetime4">
              <a:rPr lang="en-US" smtClean="0"/>
              <a:t>August 2,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224" y="147600"/>
            <a:ext cx="12045600" cy="1126800"/>
          </a:xfrm>
        </p:spPr>
        <p:txBody>
          <a:bodyPr>
            <a:noAutofit/>
          </a:bodyPr>
          <a:lstStyle>
            <a:lvl1pPr algn="l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328400"/>
            <a:ext cx="11654791" cy="5183865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B88D2838-7974-D544-A239-6556BEAE2808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3E82A-F4D3-F8BF-26D0-4AC04835E0FD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8413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224" y="147600"/>
            <a:ext cx="12045600" cy="1126800"/>
          </a:xfrm>
        </p:spPr>
        <p:txBody>
          <a:bodyPr>
            <a:noAutofit/>
          </a:bodyPr>
          <a:lstStyle>
            <a:lvl1pPr algn="l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600201"/>
            <a:ext cx="5727701" cy="4525963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861050" cy="4525963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404540-0054-E40C-91B7-799C190555E7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6AE3B9B-F228-EB2E-1E0A-C782113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5FA3A8C9-0D6B-AA43-9DDA-F597D3315F4F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B8B9B42-097D-8D09-E71D-2E315413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6AB02D-E68B-6EF7-0168-11951EBC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2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346" y="147600"/>
            <a:ext cx="12045600" cy="1126800"/>
          </a:xfrm>
        </p:spPr>
        <p:txBody>
          <a:bodyPr>
            <a:noAutofit/>
          </a:bodyPr>
          <a:lstStyle>
            <a:lvl1pPr algn="l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535113"/>
            <a:ext cx="5729818" cy="63976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2174875"/>
            <a:ext cx="5729818" cy="3951288"/>
          </a:xfrm>
        </p:spPr>
        <p:txBody>
          <a:bodyPr/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865281" cy="63976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865281" cy="3951288"/>
          </a:xfrm>
        </p:spPr>
        <p:txBody>
          <a:bodyPr/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94A-CC74-B393-9161-62CFCC129EF1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3D75271-A1EB-4CA3-ED6C-6A3FA8EB00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F52866A5-D5C0-4845-A848-81A99937FA33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D5222A1-DBD1-F7C4-E72F-D79D837D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8DBBF6C-4486-00D3-4576-7341FC60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7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346" y="147600"/>
            <a:ext cx="12045600" cy="1126800"/>
          </a:xfrm>
        </p:spPr>
        <p:txBody>
          <a:bodyPr>
            <a:noAutofit/>
          </a:bodyPr>
          <a:lstStyle>
            <a:lvl1pPr algn="l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9EBE2-BEB5-5601-7DE5-EC390E6C9D65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E3E0D97-E39B-CE37-4ED8-E4C02FB3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572DA2E8-8867-2446-B614-0CB04B5E2505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997D1A8-2961-0D03-9D01-640A040F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EC536A-AB04-AB5B-6E2D-0CC60C37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6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468" y="147600"/>
            <a:ext cx="12045600" cy="1126800"/>
          </a:xfrm>
        </p:spPr>
        <p:txBody>
          <a:bodyPr anchor="ctr">
            <a:noAutofit/>
          </a:bodyPr>
          <a:lstStyle>
            <a:lvl1pPr algn="l">
              <a:defRPr sz="32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435102"/>
            <a:ext cx="7291917" cy="5077163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04663" y="1435102"/>
            <a:ext cx="4353987" cy="5077163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B7D446-8E2D-CA21-10FA-ABAF87C4C813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B874BCC-89C5-7EE5-93F6-5EE7566F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1D136C66-1CD8-E84E-BF91-78D3F0201BFB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AFBA47E-6C35-FB2D-A896-99D657F08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792114-0D60-F11A-843D-F60A2F15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93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ithKey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00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D62D2-563F-BE8F-1EDE-158B7F475AAE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465CF53-9D12-4694-88C1-0B96F182F6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F9B0F0B6-4680-CA4D-826C-0B2E82CFEE6E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5F9CA1C-A399-5913-687E-77846E26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F12110-F21C-5DEB-FD30-0B4F434C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9F7C7D-208C-B374-A012-B380CCB339D1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F74DF4E-48C9-FF15-5082-96A9730B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9DA197E-843B-064D-99AF-8AAFFEEC6B4D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E7A983-47DE-7EA6-D5E6-2F4C9FC9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BF318F6-C622-BD9D-B382-1BF78800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0AB31F-6A02-4AB7-6780-F9B4B16FB862}"/>
              </a:ext>
            </a:extLst>
          </p:cNvPr>
          <p:cNvSpPr/>
          <p:nvPr userDrawn="1"/>
        </p:nvSpPr>
        <p:spPr>
          <a:xfrm>
            <a:off x="0" y="0"/>
            <a:ext cx="239697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228" y="4406901"/>
            <a:ext cx="8681055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228" y="2906713"/>
            <a:ext cx="868105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1B250CC-5E49-139E-A7C1-A461A129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42DB34E8-2A72-1C45-BE7F-D747A4F79A8F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4CFDC5-E21A-3F87-1586-83037C19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04F2F20-B30C-7B7A-F142-1A7B015E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24176B5-CB1F-198F-107A-2B6422A6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902768CA-693C-5247-A054-83CB717116D5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CB1D99-A182-EC82-2877-DA735F6A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C6639B6-C44E-389F-65C9-B2055E39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1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ithKey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328400"/>
            <a:ext cx="11791951" cy="5183865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833AB8CD-4BBA-8343-BEBD-D7444803445E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15D154-690F-75C3-05E0-09F05ECF4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B6CFE-0311-C32F-163B-C09500403A88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withKey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699" y="1600201"/>
            <a:ext cx="5727701" cy="4525963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861050" cy="4525963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2953B-9855-431F-94D0-4DE916588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956" y="504000"/>
            <a:ext cx="12045600" cy="8244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9FC47-A022-E360-A7F6-905DA2F91CC2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90564BC-8ECE-81AC-1C0B-6A429001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F70B8F41-F7EF-EC40-B276-549E32659976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F640318-F461-5399-0B68-E3EF8D17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36AEC8-0EB1-5C87-DEDE-8B3D8B34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withKey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535113"/>
            <a:ext cx="5729818" cy="63976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2174875"/>
            <a:ext cx="5729818" cy="3951288"/>
          </a:xfrm>
        </p:spPr>
        <p:txBody>
          <a:bodyPr/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865281" cy="63976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865281" cy="3951288"/>
          </a:xfrm>
        </p:spPr>
        <p:txBody>
          <a:bodyPr/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18CBDA-6B57-6499-F696-46C8FA02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022E6-8221-CFB3-DE01-1DE5B457B679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2632234-9709-F581-F3E5-3D100DCF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A0BE525A-89E1-204E-B20E-424B5818E20D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5C4887C-145C-9385-CB87-35E284A3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B2FA385-6D11-69A9-7743-FDF464CB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_withKey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435102"/>
            <a:ext cx="7291917" cy="5077163"/>
          </a:xfrm>
        </p:spPr>
        <p:txBody>
          <a:bodyPr>
            <a:normAutofit/>
          </a:bodyPr>
          <a:lstStyle>
            <a:lvl1pPr marL="457189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4" y="234000"/>
            <a:ext cx="12045600" cy="273600"/>
          </a:xfrm>
        </p:spPr>
        <p:txBody>
          <a:bodyPr anchor="ctr">
            <a:noAutofit/>
          </a:bodyPr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04663" y="1435102"/>
            <a:ext cx="4353987" cy="5077163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420E27C-E296-94BA-7CBC-24E3CD246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834" y="504000"/>
            <a:ext cx="12045600" cy="8244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188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1371565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80353-1C6D-B84B-C539-8FA0EB4001CC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DB548E3-D3E6-B6EE-096A-C4E9C788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51B2AF30-B082-AB43-ADAC-0AB57EB13A93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7905E5E-897C-EB44-49B2-078566FA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BDB5E8-5E0B-ED0B-9D41-29A62B6B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4ADA5A-B665-433A-DF3C-EBA366F914B5}"/>
              </a:ext>
            </a:extLst>
          </p:cNvPr>
          <p:cNvSpPr/>
          <p:nvPr userDrawn="1"/>
        </p:nvSpPr>
        <p:spPr>
          <a:xfrm>
            <a:off x="0" y="0"/>
            <a:ext cx="239697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F10DF-D39B-EB8C-D633-059E3B18C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5344" y="3301725"/>
            <a:ext cx="2201626" cy="273600"/>
          </a:xfrm>
        </p:spPr>
        <p:txBody>
          <a:bodyPr>
            <a:noAutofit/>
          </a:bodyPr>
          <a:lstStyle>
            <a:lvl1pPr algn="l">
              <a:defRPr sz="140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dirty="0"/>
              <a:t>CONTENTS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0111C7-A001-BE93-86E2-17C89CA86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6970" y="895350"/>
            <a:ext cx="9185429" cy="5086350"/>
          </a:xfrm>
        </p:spPr>
        <p:txBody>
          <a:bodyPr anchor="ctr">
            <a:normAutofit/>
          </a:bodyPr>
          <a:lstStyle>
            <a:lvl1pPr marL="457189" indent="-457189">
              <a:buFont typeface="System Font Regular"/>
              <a:buChar char="-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914377" indent="-457189">
              <a:buFont typeface="System Font Regular"/>
              <a:buChar char="-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1371566" indent="-457189">
              <a:buFont typeface="System Font Regular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828754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2285943" indent="-457189">
              <a:buFont typeface="System Font Regular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EA80DD1-4154-C0B5-2686-DE31ECC3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F4051BF2-912D-0A47-855E-CBD54858609C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1F57149-68F3-8A3A-1B15-1981301C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E902AA-22DD-0C4E-4E04-BC52D3B9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C0F48-5C30-4B26-774C-96B565172D56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96DF0B7-EAC1-B420-63C1-3C20DF64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A4A73B52-8E45-9246-9172-4322B756A8A0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F73335D-E468-4B77-FA96-B41C4D2C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AABB350-CEFB-C357-269E-A92CDDB9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78308-D035-528F-2D29-303AF95B4BCA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2A7C977-EDA3-4AF6-4523-46DDD5D2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49591478-80EF-474D-A2DE-0C4FF83EE94E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B39E4D2-077A-4C46-6544-86B20754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3C30FC9-53F6-C626-802D-F0E06E56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63C2B-5E95-4B52-A83F-F5EDE1721816}"/>
              </a:ext>
            </a:extLst>
          </p:cNvPr>
          <p:cNvSpPr txBox="1"/>
          <p:nvPr userDrawn="1"/>
        </p:nvSpPr>
        <p:spPr>
          <a:xfrm>
            <a:off x="12163031" y="3404125"/>
            <a:ext cx="45719" cy="3476506"/>
          </a:xfrm>
          <a:prstGeom prst="rect">
            <a:avLst/>
          </a:prstGeom>
          <a:noFill/>
        </p:spPr>
        <p:txBody>
          <a:bodyPr vert="vert270" wrap="square" rtlCol="0" anchor="b">
            <a:noAutofit/>
          </a:bodyPr>
          <a:lstStyle/>
          <a:p>
            <a:pPr algn="l"/>
            <a:r>
              <a:rPr kumimoji="1" lang="en-US" sz="600" dirty="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Copyright© 2025 Aki All Rights Reserved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5030C08-3072-F2BE-0BB6-68D028BC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99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7B79849C-3D39-C54E-A505-3FBDD0436DF1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EBB030C-42CB-2BBA-8809-6288963B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12400"/>
            <a:ext cx="3860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027424E-B754-91D8-A564-AB7A1E5B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512265"/>
            <a:ext cx="2844800" cy="323511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j-lt"/>
                <a:ea typeface="Meiryo" panose="020B0604030504040204" pitchFamily="34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26D334A-4F7F-DC4D-AA6A-EA5918AF7CC3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54" r:id="rId7"/>
    <p:sldLayoutId id="2147483655" r:id="rId8"/>
    <p:sldLayoutId id="2147483651" r:id="rId9"/>
    <p:sldLayoutId id="2147483661" r:id="rId10"/>
    <p:sldLayoutId id="2147483650" r:id="rId11"/>
    <p:sldLayoutId id="2147483652" r:id="rId12"/>
    <p:sldLayoutId id="2147483653" r:id="rId13"/>
    <p:sldLayoutId id="2147483656" r:id="rId14"/>
    <p:sldLayoutId id="2147483660" r:id="rId15"/>
    <p:sldLayoutId id="2147483657" r:id="rId16"/>
    <p:sldLayoutId id="2147483658" r:id="rId17"/>
    <p:sldLayoutId id="2147483659" r:id="rId18"/>
  </p:sldLayoutIdLst>
  <p:hf hdr="0" ftr="0"/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457189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66" indent="-457189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-457189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943" indent="-457189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Presentation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226AF-AB97-9BE9-5BCB-62BF8623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0048" y="6356351"/>
            <a:ext cx="2844800" cy="365125"/>
          </a:xfrm>
        </p:spPr>
        <p:txBody>
          <a:bodyPr/>
          <a:lstStyle/>
          <a:p>
            <a:fld id="{D2989C3C-91E7-E940-8AA7-E25AF8E9EFD9}" type="datetime4">
              <a:rPr lang="en-US" smtClean="0"/>
              <a:t>August 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4D541-696D-99FF-EE1D-E49AE276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">
            <a:extLst>
              <a:ext uri="{FF2B5EF4-FFF2-40B4-BE49-F238E27FC236}">
                <a16:creationId xmlns:a16="http://schemas.microsoft.com/office/drawing/2014/main" id="{5E84D0DF-396E-B7AD-A498-D622B436EAD1}"/>
              </a:ext>
            </a:extLst>
          </p:cNvPr>
          <p:cNvSpPr/>
          <p:nvPr/>
        </p:nvSpPr>
        <p:spPr>
          <a:xfrm>
            <a:off x="7441077" y="2493818"/>
            <a:ext cx="4289367" cy="3258589"/>
          </a:xfrm>
          <a:prstGeom prst="roundRect">
            <a:avLst>
              <a:gd name="adj" fmla="val 4307"/>
            </a:avLst>
          </a:prstGeom>
          <a:noFill/>
          <a:ln w="952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11">
            <a:extLst>
              <a:ext uri="{FF2B5EF4-FFF2-40B4-BE49-F238E27FC236}">
                <a16:creationId xmlns:a16="http://schemas.microsoft.com/office/drawing/2014/main" id="{9ABA6B03-E0A4-438C-F314-71FF190EDE26}"/>
              </a:ext>
            </a:extLst>
          </p:cNvPr>
          <p:cNvGrpSpPr/>
          <p:nvPr/>
        </p:nvGrpSpPr>
        <p:grpSpPr>
          <a:xfrm>
            <a:off x="7390780" y="1913227"/>
            <a:ext cx="4289367" cy="547934"/>
            <a:chOff x="7390780" y="1945885"/>
            <a:chExt cx="4289367" cy="547934"/>
          </a:xfrm>
        </p:grpSpPr>
        <p:sp>
          <p:nvSpPr>
            <p:cNvPr id="6" name="角丸四角形 4">
              <a:extLst>
                <a:ext uri="{FF2B5EF4-FFF2-40B4-BE49-F238E27FC236}">
                  <a16:creationId xmlns:a16="http://schemas.microsoft.com/office/drawing/2014/main" id="{42B04BAC-180E-743F-D5D9-9CE5DDBDD951}"/>
                </a:ext>
              </a:extLst>
            </p:cNvPr>
            <p:cNvSpPr/>
            <p:nvPr/>
          </p:nvSpPr>
          <p:spPr>
            <a:xfrm>
              <a:off x="7390780" y="1945885"/>
              <a:ext cx="4289367" cy="54793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 anchorCtr="0"/>
            <a:lstStyle/>
            <a:p>
              <a:pPr algn="ctr"/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ああああ</a:t>
              </a:r>
              <a:endPara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" name="直線コネクタ 8">
              <a:extLst>
                <a:ext uri="{FF2B5EF4-FFF2-40B4-BE49-F238E27FC236}">
                  <a16:creationId xmlns:a16="http://schemas.microsoft.com/office/drawing/2014/main" id="{F9128B3D-F394-50A1-B9E9-52F726AE1339}"/>
                </a:ext>
              </a:extLst>
            </p:cNvPr>
            <p:cNvCxnSpPr>
              <a:cxnSpLocks/>
              <a:stCxn id="6" idx="1"/>
              <a:endCxn id="6" idx="3"/>
            </p:cNvCxnSpPr>
            <p:nvPr/>
          </p:nvCxnSpPr>
          <p:spPr>
            <a:xfrm>
              <a:off x="7390780" y="2219852"/>
              <a:ext cx="4289367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テキスト ボックス 4">
            <a:extLst>
              <a:ext uri="{FF2B5EF4-FFF2-40B4-BE49-F238E27FC236}">
                <a16:creationId xmlns:a16="http://schemas.microsoft.com/office/drawing/2014/main" id="{8D6A3AEE-AF98-18F8-1663-0B9D0681E3D3}"/>
              </a:ext>
            </a:extLst>
          </p:cNvPr>
          <p:cNvSpPr txBox="1"/>
          <p:nvPr/>
        </p:nvSpPr>
        <p:spPr>
          <a:xfrm>
            <a:off x="3761750" y="6529226"/>
            <a:ext cx="8101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00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出所</a:t>
            </a:r>
            <a:r>
              <a:rPr kumimoji="1" lang="en-US" altLang="ja-JP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 Web</a:t>
            </a:r>
            <a:r>
              <a:rPr kumimoji="1" lang="ja-JP" altLang="en-US" sz="100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</a:t>
            </a:r>
            <a:endParaRPr kumimoji="1" lang="ja-JP" altLang="en-US" sz="1000" dirty="0" err="1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角丸四角形 5">
            <a:extLst>
              <a:ext uri="{FF2B5EF4-FFF2-40B4-BE49-F238E27FC236}">
                <a16:creationId xmlns:a16="http://schemas.microsoft.com/office/drawing/2014/main" id="{20546076-3739-6E8D-F663-C664EDE6A415}"/>
              </a:ext>
            </a:extLst>
          </p:cNvPr>
          <p:cNvSpPr/>
          <p:nvPr/>
        </p:nvSpPr>
        <p:spPr>
          <a:xfrm>
            <a:off x="417095" y="1243171"/>
            <a:ext cx="5534526" cy="5087291"/>
          </a:xfrm>
          <a:prstGeom prst="roundRect">
            <a:avLst>
              <a:gd name="adj" fmla="val 2069"/>
            </a:avLst>
          </a:prstGeom>
          <a:noFill/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ja-JP" altLang="en-US" sz="2400">
                <a:solidFill>
                  <a:srgbClr val="C00000"/>
                </a:solidFill>
              </a:rPr>
              <a:t>あああああ</a:t>
            </a:r>
            <a:endParaRPr kumimoji="1" lang="en-US" altLang="ja-JP" sz="2400" dirty="0">
              <a:solidFill>
                <a:srgbClr val="C00000"/>
              </a:solidFill>
            </a:endParaRPr>
          </a:p>
          <a:p>
            <a:endParaRPr lang="en-US" altLang="ja-JP" sz="2400" dirty="0">
              <a:solidFill>
                <a:srgbClr val="C00000"/>
              </a:solidFill>
            </a:endParaRPr>
          </a:p>
          <a:p>
            <a:r>
              <a:rPr kumimoji="1" lang="ja-JP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あああ</a:t>
            </a:r>
            <a:endParaRPr kumimoji="1" lang="ja-JP" alt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三角形 9">
            <a:extLst>
              <a:ext uri="{FF2B5EF4-FFF2-40B4-BE49-F238E27FC236}">
                <a16:creationId xmlns:a16="http://schemas.microsoft.com/office/drawing/2014/main" id="{BC4C0E01-4CD2-A9F0-B9E7-CDFE2200AFCF}"/>
              </a:ext>
            </a:extLst>
          </p:cNvPr>
          <p:cNvSpPr/>
          <p:nvPr/>
        </p:nvSpPr>
        <p:spPr>
          <a:xfrm rot="5400000">
            <a:off x="2588217" y="4308529"/>
            <a:ext cx="1441342" cy="34096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81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20">
            <a:extLst>
              <a:ext uri="{FF2B5EF4-FFF2-40B4-BE49-F238E27FC236}">
                <a16:creationId xmlns:a16="http://schemas.microsoft.com/office/drawing/2014/main" id="{F219B896-831D-8B8C-5D76-5EC1D18A76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8137" y="4596449"/>
            <a:ext cx="1131269" cy="831590"/>
          </a:xfrm>
          <a:prstGeom prst="rect">
            <a:avLst/>
          </a:prstGeom>
        </p:spPr>
      </p:pic>
      <p:pic>
        <p:nvPicPr>
          <p:cNvPr id="28" name="図 36">
            <a:extLst>
              <a:ext uri="{FF2B5EF4-FFF2-40B4-BE49-F238E27FC236}">
                <a16:creationId xmlns:a16="http://schemas.microsoft.com/office/drawing/2014/main" id="{25B2143F-3CCB-9E3B-96EF-49DE9CA95A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8137" y="4596449"/>
            <a:ext cx="1131269" cy="831590"/>
          </a:xfrm>
          <a:prstGeom prst="rect">
            <a:avLst/>
          </a:prstGeom>
        </p:spPr>
      </p:pic>
      <p:sp>
        <p:nvSpPr>
          <p:cNvPr id="30" name="円/楕円 38">
            <a:extLst>
              <a:ext uri="{FF2B5EF4-FFF2-40B4-BE49-F238E27FC236}">
                <a16:creationId xmlns:a16="http://schemas.microsoft.com/office/drawing/2014/main" id="{CC67CFE5-A5F4-2EC3-E914-873C40759BBA}"/>
              </a:ext>
            </a:extLst>
          </p:cNvPr>
          <p:cNvSpPr>
            <a:spLocks noChangeAspect="1"/>
          </p:cNvSpPr>
          <p:nvPr/>
        </p:nvSpPr>
        <p:spPr>
          <a:xfrm>
            <a:off x="4103915" y="3758339"/>
            <a:ext cx="540000" cy="540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noFil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en-US" altLang="ja-JP" sz="3200" dirty="0">
                <a:solidFill>
                  <a:schemeClr val="bg1">
                    <a:lumMod val="95000"/>
                  </a:schemeClr>
                </a:solidFill>
              </a:rPr>
              <a:t>1</a:t>
            </a:r>
            <a:endParaRPr kumimoji="1" lang="ja-JP" altLang="en-US" sz="320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1" name="グラフィックス 39" descr="ユーザー 単色塗りつぶし">
            <a:extLst>
              <a:ext uri="{FF2B5EF4-FFF2-40B4-BE49-F238E27FC236}">
                <a16:creationId xmlns:a16="http://schemas.microsoft.com/office/drawing/2014/main" id="{50805925-2BFD-BCA3-3A2D-D2044D23F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1" y="2567780"/>
            <a:ext cx="914400" cy="914400"/>
          </a:xfrm>
          <a:prstGeom prst="rect">
            <a:avLst/>
          </a:prstGeom>
        </p:spPr>
      </p:pic>
      <p:pic>
        <p:nvPicPr>
          <p:cNvPr id="32" name="グラフィックス 41" descr="ユーザー 単色塗りつぶし">
            <a:extLst>
              <a:ext uri="{FF2B5EF4-FFF2-40B4-BE49-F238E27FC236}">
                <a16:creationId xmlns:a16="http://schemas.microsoft.com/office/drawing/2014/main" id="{B66C17A2-6342-5CD1-02F2-6891D92F9E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0078" y="3278997"/>
            <a:ext cx="914400" cy="914400"/>
          </a:xfrm>
          <a:prstGeom prst="rect">
            <a:avLst/>
          </a:prstGeom>
        </p:spPr>
      </p:pic>
      <p:pic>
        <p:nvPicPr>
          <p:cNvPr id="33" name="グラフィックス 43" descr="歯車付きの頭 単色塗りつぶし">
            <a:extLst>
              <a:ext uri="{FF2B5EF4-FFF2-40B4-BE49-F238E27FC236}">
                <a16:creationId xmlns:a16="http://schemas.microsoft.com/office/drawing/2014/main" id="{E4CDFB18-84BE-8B91-F1C4-B24AD77CD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31510" y="4617548"/>
            <a:ext cx="914400" cy="914400"/>
          </a:xfrm>
          <a:prstGeom prst="rect">
            <a:avLst/>
          </a:prstGeom>
        </p:spPr>
      </p:pic>
      <p:pic>
        <p:nvPicPr>
          <p:cNvPr id="34" name="グラフィックス 45" descr="建物 単色塗りつぶし">
            <a:extLst>
              <a:ext uri="{FF2B5EF4-FFF2-40B4-BE49-F238E27FC236}">
                <a16:creationId xmlns:a16="http://schemas.microsoft.com/office/drawing/2014/main" id="{3B17A830-2529-26D5-08B4-DC5F2F54BB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01066" y="1557452"/>
            <a:ext cx="914400" cy="914400"/>
          </a:xfrm>
          <a:prstGeom prst="rect">
            <a:avLst/>
          </a:prstGeom>
        </p:spPr>
      </p:pic>
      <p:pic>
        <p:nvPicPr>
          <p:cNvPr id="35" name="グラフィックス 47" descr="建物 枠線">
            <a:extLst>
              <a:ext uri="{FF2B5EF4-FFF2-40B4-BE49-F238E27FC236}">
                <a16:creationId xmlns:a16="http://schemas.microsoft.com/office/drawing/2014/main" id="{58DF64FD-5B2B-EF73-2462-08DB7D6286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74001" y="1736225"/>
            <a:ext cx="914400" cy="914400"/>
          </a:xfrm>
          <a:prstGeom prst="rect">
            <a:avLst/>
          </a:prstGeom>
        </p:spPr>
      </p:pic>
      <p:pic>
        <p:nvPicPr>
          <p:cNvPr id="36" name="グラフィックス 49" descr="銀行 単色塗りつぶし">
            <a:extLst>
              <a:ext uri="{FF2B5EF4-FFF2-40B4-BE49-F238E27FC236}">
                <a16:creationId xmlns:a16="http://schemas.microsoft.com/office/drawing/2014/main" id="{8816E568-BCDD-824A-7849-9A25BBF46A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88227" y="2273258"/>
            <a:ext cx="914400" cy="914400"/>
          </a:xfrm>
          <a:prstGeom prst="rect">
            <a:avLst/>
          </a:prstGeom>
        </p:spPr>
      </p:pic>
      <p:pic>
        <p:nvPicPr>
          <p:cNvPr id="37" name="グラフィックス 51" descr="ストア 単色塗りつぶし">
            <a:extLst>
              <a:ext uri="{FF2B5EF4-FFF2-40B4-BE49-F238E27FC236}">
                <a16:creationId xmlns:a16="http://schemas.microsoft.com/office/drawing/2014/main" id="{4B1AACA3-0AD9-F8AE-18B5-4035D8D4BB7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3012" y="1403595"/>
            <a:ext cx="914400" cy="914400"/>
          </a:xfrm>
          <a:prstGeom prst="rect">
            <a:avLst/>
          </a:prstGeom>
        </p:spPr>
      </p:pic>
      <p:pic>
        <p:nvPicPr>
          <p:cNvPr id="38" name="グラフィックス 53" descr="売り出し中 単色塗りつぶし">
            <a:extLst>
              <a:ext uri="{FF2B5EF4-FFF2-40B4-BE49-F238E27FC236}">
                <a16:creationId xmlns:a16="http://schemas.microsoft.com/office/drawing/2014/main" id="{32F4A0F7-7A7E-2E3C-0B2B-6C2CB3CA32E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52721" y="4617548"/>
            <a:ext cx="914400" cy="914400"/>
          </a:xfrm>
          <a:prstGeom prst="rect">
            <a:avLst/>
          </a:prstGeom>
        </p:spPr>
      </p:pic>
      <p:pic>
        <p:nvPicPr>
          <p:cNvPr id="39" name="グラフィックス 55" descr="都市 単色塗りつぶし">
            <a:extLst>
              <a:ext uri="{FF2B5EF4-FFF2-40B4-BE49-F238E27FC236}">
                <a16:creationId xmlns:a16="http://schemas.microsoft.com/office/drawing/2014/main" id="{94D90D67-37BD-E50E-978C-1A0226A8F62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37424" y="3333952"/>
            <a:ext cx="914400" cy="914400"/>
          </a:xfrm>
          <a:prstGeom prst="rect">
            <a:avLst/>
          </a:prstGeom>
        </p:spPr>
      </p:pic>
      <p:pic>
        <p:nvPicPr>
          <p:cNvPr id="40" name="グラフィックス 57" descr="E コマース 単色塗りつぶし">
            <a:extLst>
              <a:ext uri="{FF2B5EF4-FFF2-40B4-BE49-F238E27FC236}">
                <a16:creationId xmlns:a16="http://schemas.microsoft.com/office/drawing/2014/main" id="{3FC75179-03E9-5899-F0D9-484899956DD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42" name="Picture 2" descr="サーバー モノクロアイコン フリー素材 – アイコン・イラストダウンロードサイト【OWL STOCK -オウルストック】">
            <a:extLst>
              <a:ext uri="{FF2B5EF4-FFF2-40B4-BE49-F238E27FC236}">
                <a16:creationId xmlns:a16="http://schemas.microsoft.com/office/drawing/2014/main" id="{2FB58AC8-EA05-4449-12F2-2C670AD6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4525862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D68CE-C5C1-E431-A7AB-4CBE77AAE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512400"/>
            <a:ext cx="2844800" cy="324000"/>
          </a:xfrm>
        </p:spPr>
        <p:txBody>
          <a:bodyPr/>
          <a:lstStyle/>
          <a:p>
            <a:fld id="{2E00D974-A814-E940-8518-4B67CD107619}" type="datetime4">
              <a:rPr lang="en-US" smtClean="0"/>
              <a:t>August 2, 2025</a:t>
            </a:fld>
            <a:endParaRPr lang="en-US"/>
          </a:p>
        </p:txBody>
      </p:sp>
      <p:sp>
        <p:nvSpPr>
          <p:cNvPr id="3" name="角丸四角形 5">
            <a:extLst>
              <a:ext uri="{FF2B5EF4-FFF2-40B4-BE49-F238E27FC236}">
                <a16:creationId xmlns:a16="http://schemas.microsoft.com/office/drawing/2014/main" id="{CB4C9221-E946-8CEA-F560-A63D2CE1F7D3}"/>
              </a:ext>
            </a:extLst>
          </p:cNvPr>
          <p:cNvSpPr/>
          <p:nvPr/>
        </p:nvSpPr>
        <p:spPr>
          <a:xfrm>
            <a:off x="6054625" y="1247288"/>
            <a:ext cx="5534526" cy="5087291"/>
          </a:xfrm>
          <a:prstGeom prst="roundRect">
            <a:avLst>
              <a:gd name="adj" fmla="val 2069"/>
            </a:avLst>
          </a:prstGeom>
          <a:noFill/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 anchorCtr="0"/>
          <a:lstStyle/>
          <a:p>
            <a:r>
              <a:rPr kumimoji="1" lang="ja-JP" altLang="en-US" sz="2400">
                <a:solidFill>
                  <a:schemeClr val="accent1"/>
                </a:solidFill>
              </a:rPr>
              <a:t>あああああ</a:t>
            </a:r>
            <a:endParaRPr kumimoji="1" lang="en-US" altLang="ja-JP" sz="2400" dirty="0">
              <a:solidFill>
                <a:schemeClr val="accent1"/>
              </a:solidFill>
            </a:endParaRPr>
          </a:p>
          <a:p>
            <a:endParaRPr lang="en-US" altLang="ja-JP" sz="2400" dirty="0">
              <a:solidFill>
                <a:schemeClr val="accent1"/>
              </a:solidFill>
            </a:endParaRPr>
          </a:p>
          <a:p>
            <a:r>
              <a:rPr kumimoji="1" lang="ja-JP" altLang="en-US">
                <a:solidFill>
                  <a:schemeClr val="accent1"/>
                </a:solidFill>
              </a:rPr>
              <a:t>あああ</a:t>
            </a:r>
            <a:endParaRPr kumimoji="1" lang="ja-JP" altLang="en-US" sz="1600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944FD8D-08C2-C020-EA04-80CD6C3B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43</Words>
  <Application>Microsoft Macintosh PowerPoint</Application>
  <PresentationFormat>Widescreen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Meiryo</vt:lpstr>
      <vt:lpstr>Meiryo</vt:lpstr>
      <vt:lpstr>System Font Regular</vt:lpstr>
      <vt:lpstr>Arial</vt:lpstr>
      <vt:lpstr>Calibri</vt:lpstr>
      <vt:lpstr>Office Theme</vt:lpstr>
      <vt:lpstr>Presentation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/>
  <cp:lastModifiedBy/>
  <cp:revision>32</cp:revision>
  <dcterms:created xsi:type="dcterms:W3CDTF">2017-06-05T14:10:58Z</dcterms:created>
  <dcterms:modified xsi:type="dcterms:W3CDTF">2025-08-02T05:04:00Z</dcterms:modified>
</cp:coreProperties>
</file>
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89" r:id="rId2"/>
    <p:sldId id="290" r:id="rId3"/>
    <p:sldId id="291" r:id="rId4"/>
    <p:sldId id="257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F70"/>
    <a:srgbClr val="33333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11" autoAdjust="0"/>
    <p:restoredTop sz="94932" autoAdjust="0"/>
  </p:normalViewPr>
  <p:slideViewPr>
    <p:cSldViewPr snapToGrid="0" snapToObjects="1">
      <p:cViewPr varScale="1">
        <p:scale>
          <a:sx n="116" d="100"/>
          <a:sy n="116" d="100"/>
        </p:scale>
        <p:origin x="1496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  <a:cs typeface="+mn-cs"/>
            </a:defRPr>
          </a:pPr>
          <a:endParaRPr lang="en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4F70"/>
            </a:solidFill>
            <a:ln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7-C54B-BB08-ACA82A76C9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47-C54B-BB08-ACA82A76C9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47-C54B-BB08-ACA82A76C9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1-9C46-985E-576EF0693BF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pPr>
                <a:endParaRPr lang="en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D1-9C46-985E-576EF0693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5902015"/>
        <c:axId val="626280559"/>
      </c:barChart>
      <c:catAx>
        <c:axId val="1115902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pPr>
            <a:endParaRPr lang="en-JP"/>
          </a:p>
        </c:txPr>
        <c:crossAx val="626280559"/>
        <c:crosses val="autoZero"/>
        <c:auto val="1"/>
        <c:lblAlgn val="ctr"/>
        <c:lblOffset val="100"/>
        <c:noMultiLvlLbl val="0"/>
      </c:catAx>
      <c:valAx>
        <c:axId val="6262805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5902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  <a:cs typeface="+mn-cs"/>
            </a:defRPr>
          </a:pPr>
          <a:endParaRPr lang="en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eiryo" panose="020B0604030504040204" pitchFamily="34" charset="-128"/>
          <a:ea typeface="Meiryo" panose="020B0604030504040204" pitchFamily="34" charset="-128"/>
        </a:defRPr>
      </a:pPr>
      <a:endParaRPr lang="en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right">
            <a:extLst>
              <a:ext uri="{FF2B5EF4-FFF2-40B4-BE49-F238E27FC236}">
                <a16:creationId xmlns:a16="http://schemas.microsoft.com/office/drawing/2014/main" id="{56658745-A154-987E-CA5E-633720C55D45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AA480EE-F94D-6739-6655-78E43053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ea typeface="Hiragino Sans W4" panose="020B0400000000000000" pitchFamily="34" charset="-128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A36DF1E-91FA-4DB1-DC20-7ED096A4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560"/>
            <a:ext cx="3860800" cy="32385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endParaRPr lang="en-US" dirty="0">
              <a:ea typeface="Hiragino Sans W4" panose="020B0400000000000000" pitchFamily="34" charset="-128"/>
            </a:endParaRPr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3403825C-9996-9593-051D-52F98ECB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0048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A2271985-05C1-ED4A-9C1D-C50869D88BD5}" type="datetime7">
              <a:rPr lang="en-US" smtClean="0"/>
              <a:pPr/>
              <a:t>Jul-26</a:t>
            </a:fld>
            <a:endParaRPr lang="en-US" dirty="0">
              <a:ea typeface="Hiragino Sans W4" panose="020B0400000000000000" pitchFamily="34" charset="-128"/>
            </a:endParaRP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CC6D4DB2-6FDF-A462-C27D-43660A8D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8" y="5009985"/>
            <a:ext cx="8534400" cy="628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>
                    <a:lumMod val="6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D2CB23C-349E-A801-22F4-6F5DBB758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48" y="3490800"/>
            <a:ext cx="10363200" cy="628813"/>
          </a:xfrm>
        </p:spPr>
        <p:txBody>
          <a:bodyPr>
            <a:noAutofit/>
          </a:bodyPr>
          <a:lstStyle>
            <a:lvl1pPr algn="l">
              <a:defRPr sz="40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ntent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py Right">
            <a:extLst>
              <a:ext uri="{FF2B5EF4-FFF2-40B4-BE49-F238E27FC236}">
                <a16:creationId xmlns:a16="http://schemas.microsoft.com/office/drawing/2014/main" id="{95C41C28-2AF7-36AA-6CA9-0CBA8AEC17C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4" name="Background Color">
            <a:extLst>
              <a:ext uri="{FF2B5EF4-FFF2-40B4-BE49-F238E27FC236}">
                <a16:creationId xmlns:a16="http://schemas.microsoft.com/office/drawing/2014/main" id="{AF0AB31F-6A02-4AB7-6780-F9B4B16FB862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b="0" i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7" name="Background Title">
            <a:extLst>
              <a:ext uri="{FF2B5EF4-FFF2-40B4-BE49-F238E27FC236}">
                <a16:creationId xmlns:a16="http://schemas.microsoft.com/office/drawing/2014/main" id="{00ACE34C-CE8A-2348-5CA3-72A928B9FA65}"/>
              </a:ext>
            </a:extLst>
          </p:cNvPr>
          <p:cNvSpPr txBox="1"/>
          <p:nvPr userDrawn="1"/>
        </p:nvSpPr>
        <p:spPr>
          <a:xfrm>
            <a:off x="266699" y="3275111"/>
            <a:ext cx="2130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JP" sz="1400" b="0" i="0" dirty="0">
                <a:solidFill>
                  <a:schemeClr val="bg1">
                    <a:lumMod val="8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Contents</a:t>
            </a:r>
            <a:endParaRPr lang="en-JP" sz="1800" b="0" i="0" dirty="0">
              <a:solidFill>
                <a:schemeClr val="bg1">
                  <a:lumMod val="8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04F2F20-B30C-7B7A-F142-1A7B015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4D4CFDC5-E21A-3F87-1586-83037C1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560"/>
            <a:ext cx="3860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C1B250CC-5E49-139E-A7C1-A461A129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6821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5D31EAB9-2829-9E4F-8328-55045C9EE433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Contents">
            <a:extLst>
              <a:ext uri="{FF2B5EF4-FFF2-40B4-BE49-F238E27FC236}">
                <a16:creationId xmlns:a16="http://schemas.microsoft.com/office/drawing/2014/main" id="{9030552F-811D-C202-ED17-560448380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4138" y="676275"/>
            <a:ext cx="9434512" cy="572452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>
              <a:defRPr sz="24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2pPr>
            <a:lvl3pPr>
              <a:defRPr sz="20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3pPr>
            <a:lvl4pPr>
              <a:defRPr sz="18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4pPr>
            <a:lvl5pPr>
              <a:defRPr sz="18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2_Se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AB31F-6A02-4AB7-6780-F9B4B16FB862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b="0" i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943AF-73DB-8BA7-6C66-1B953F2BF454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4F2F20-B30C-7B7A-F142-1A7B015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4CFDC5-E21A-3F87-1586-83037C1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560"/>
            <a:ext cx="3860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1B250CC-5E49-139E-A7C1-A461A129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45228" y="3922643"/>
            <a:ext cx="8681055" cy="5372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228" y="2988365"/>
            <a:ext cx="8681055" cy="872296"/>
          </a:xfrm>
        </p:spPr>
        <p:txBody>
          <a:bodyPr anchor="ctr"/>
          <a:lstStyle>
            <a:lvl1pPr algn="l">
              <a:defRPr sz="4000" b="0" i="0" cap="all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ea typeface="Hiragino Sans W4" panose="020B0400000000000000" pitchFamily="34" charset="-128"/>
            </a:endParaRP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B349879-4D9D-01F6-2C40-626AEA47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328400"/>
            <a:ext cx="11791951" cy="5183865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2pPr>
            <a:lvl3pPr marL="1371566" indent="-457189">
              <a:buFont typeface="System Font Regular"/>
              <a:buChar char="-"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3pPr>
            <a:lvl4pPr marL="1828754" indent="-457189">
              <a:buFont typeface="System Font Regular"/>
              <a:buChar char="-"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4pPr>
            <a:lvl5pPr marL="2285943" indent="-457189">
              <a:buFont typeface="System Font Regular"/>
              <a:buChar char="-"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98AB2AF-5A63-803B-662B-1F21F5C5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60F88B-C9E9-0B55-8020-04ED3DD41F7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21425" y="1419225"/>
            <a:ext cx="5737225" cy="5205413"/>
          </a:xfrm>
        </p:spPr>
        <p:txBody>
          <a:bodyPr/>
          <a:lstStyle>
            <a:lvl1pPr>
              <a:buNone/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pPr lvl="0"/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3D543-F7C9-250A-BEB8-9FEA5C31787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6700" y="1419225"/>
            <a:ext cx="5737225" cy="5205413"/>
          </a:xfrm>
        </p:spPr>
        <p:txBody>
          <a:bodyPr/>
          <a:lstStyle>
            <a:lvl1pPr>
              <a:buNone/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pPr lvl="0"/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692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mparison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A33C3744-B236-B991-F2DD-C7A69612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20046"/>
            <a:ext cx="5865281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459672"/>
            <a:ext cx="5865281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1920046"/>
            <a:ext cx="5729818" cy="4592219"/>
          </a:xfrm>
          <a:prstGeom prst="rect">
            <a:avLst/>
          </a:prstGeom>
        </p:spPr>
        <p:txBody>
          <a:bodyPr/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459672"/>
            <a:ext cx="5729818" cy="4603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35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5BB56949-DA0A-CECF-187F-B47B7C9D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338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9CB5C-5234-CBF1-DC67-00FE85F89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04334" y="1435100"/>
            <a:ext cx="4454315" cy="5076825"/>
          </a:xfrm>
        </p:spPr>
        <p:txBody>
          <a:bodyPr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2pPr>
            <a:lvl3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3pPr>
            <a:lvl4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4pPr>
            <a:lvl5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38" y="1435100"/>
            <a:ext cx="7339614" cy="5077163"/>
          </a:xfrm>
          <a:prstGeom prst="rect">
            <a:avLst/>
          </a:prstGeom>
        </p:spPr>
        <p:txBody>
          <a:bodyPr>
            <a:normAutofit/>
          </a:bodyPr>
          <a:lstStyle>
            <a:lvl1pPr marL="455613" indent="-455613">
              <a:buFont typeface="System Font Regular"/>
              <a:buNone/>
              <a:tabLst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hree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A4CBC204-4252-B7DD-E5D1-4B1862E7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586462"/>
            <a:ext cx="3860801" cy="49258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793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mparison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A84A7619-5323-35B9-995C-E37ED7CA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813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3C2207-27FD-B894-4FFC-39EC81EF5D7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9784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F57D91-636B-645A-740C-9697EF6634A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9785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2B6A1-F523-B2B3-C7EC-0B579541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32274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BB1E2C-2473-BD42-1423-65BE80B5D0F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2275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920045"/>
            <a:ext cx="3860801" cy="4592219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 typeface="System Font Regular"/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Noto Sans CJK JP"/>
                <a:ea typeface="Noto Sans CJK JP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B6C60C5-78CC-625A-377C-8107B3FBC6C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66700" y="1459672"/>
            <a:ext cx="3860800" cy="4603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090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9F7C7D-208C-B374-A012-B380CCB339D1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F318F6-C622-BD9D-B382-1BF78800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0D62D2-563F-BE8F-1EDE-158B7F475AAE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="0" i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Copyright© 2026 オフィスオハナ合同会社 All Rights Reserved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3FAE9EFE-5BE5-F273-F2F9-1BD89413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ea typeface="Hiragino Sans W4" panose="020B0400000000000000" pitchFamily="34" charset="-128"/>
            </a:endParaRP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33E52834-5DDA-1436-76A5-3E78992F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560"/>
            <a:ext cx="2844800" cy="323850"/>
          </a:xfrm>
          <a:prstGeom prst="rect">
            <a:avLst/>
          </a:prstGeom>
        </p:spPr>
        <p:txBody>
          <a:bodyPr anchor="b"/>
          <a:lstStyle>
            <a:lvl1pPr>
              <a:defRPr sz="1200" b="0" i="0"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22298B8-B407-2641-B819-9AF87384663D}" type="datetime7">
              <a:rPr lang="en-US" smtClean="0"/>
              <a:pPr/>
              <a:t>Jul-26</a:t>
            </a:fld>
            <a:endParaRPr lang="en-US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6" name="Key Message">
            <a:extLst>
              <a:ext uri="{FF2B5EF4-FFF2-40B4-BE49-F238E27FC236}">
                <a16:creationId xmlns:a16="http://schemas.microsoft.com/office/drawing/2014/main" id="{09D6003E-6813-7287-A19B-48555C962D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699" y="168442"/>
            <a:ext cx="11791952" cy="9504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 b="0" i="0">
                <a:solidFill>
                  <a:srgbClr val="40404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594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pyright">
            <a:extLst>
              <a:ext uri="{FF2B5EF4-FFF2-40B4-BE49-F238E27FC236}">
                <a16:creationId xmlns:a16="http://schemas.microsoft.com/office/drawing/2014/main" id="{20F0ABEC-F6BD-F879-26F3-EFA6B16EA4B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baseline="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Noto Sans CJK JP"/>
              </a:rPr>
              <a:t>Copyright© 2026 オフィスオハナ合同会社 All Rights Reserved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9213849" y="6512560"/>
            <a:ext cx="2844800" cy="323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aseline="0">
                <a:solidFill>
                  <a:schemeClr val="bg1">
                    <a:lumMod val="85000"/>
                  </a:schemeClr>
                </a:solidFill>
                <a:latin typeface="Hiragino Sans W4" panose="020B0400000000000000" pitchFamily="34" charset="-128"/>
                <a:ea typeface="Noto Sans CJK JP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165600" y="6512560"/>
            <a:ext cx="3860800" cy="323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 baseline="0">
                <a:solidFill>
                  <a:schemeClr val="bg1">
                    <a:lumMod val="85000"/>
                  </a:schemeClr>
                </a:solidFill>
                <a:latin typeface="Hiragino Sans W4" panose="020B0400000000000000" pitchFamily="34" charset="-128"/>
                <a:ea typeface="Noto Sans CJK JP"/>
              </a:defRPr>
            </a:lvl1pPr>
          </a:lstStyle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266698" y="6512560"/>
            <a:ext cx="2844800" cy="323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aseline="0">
                <a:solidFill>
                  <a:schemeClr val="bg1">
                    <a:lumMod val="85000"/>
                  </a:schemeClr>
                </a:solidFill>
                <a:latin typeface="Hiragino Sans W4" panose="020B0400000000000000" pitchFamily="34" charset="-128"/>
                <a:ea typeface="Noto Sans CJK JP"/>
              </a:defRPr>
            </a:lvl1pPr>
          </a:lstStyle>
          <a:p>
            <a:fld id="{11A4AD2A-6A49-C042-9885-EE3EB1DE74D9}" type="datetime7">
              <a:rPr lang="en-US" smtClean="0"/>
              <a:pPr/>
              <a:t>Jul-26</a:t>
            </a:fld>
            <a:endParaRPr lang="en-US" dirty="0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66698" y="1600201"/>
            <a:ext cx="11791951" cy="4983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41345" y="274639"/>
            <a:ext cx="1204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4" r:id="rId3"/>
    <p:sldLayoutId id="2147483650" r:id="rId4"/>
    <p:sldLayoutId id="2147483688" r:id="rId5"/>
    <p:sldLayoutId id="2147483692" r:id="rId6"/>
    <p:sldLayoutId id="2147483656" r:id="rId7"/>
    <p:sldLayoutId id="2147483673" r:id="rId8"/>
    <p:sldLayoutId id="2147483669" r:id="rId9"/>
    <p:sldLayoutId id="2147483655" r:id="rId10"/>
    <p:sldLayoutId id="2147483786" r:id="rId11"/>
  </p:sldLayoutIdLst>
  <p:hf hdr="0" ftr="0"/>
  <p:txStyles>
    <p:titleStyle>
      <a:lvl1pPr algn="l" defTabSz="457189" rtl="0" eaLnBrk="1" latinLnBrk="0" hangingPunct="1">
        <a:spcBef>
          <a:spcPct val="0"/>
        </a:spcBef>
        <a:buNone/>
        <a:defRPr sz="44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j-cs"/>
        </a:defRPr>
      </a:lvl1pPr>
    </p:titleStyle>
    <p:bodyStyle>
      <a:lvl1pPr marL="182563" indent="-182563" algn="l" defTabSz="457189" rtl="0" eaLnBrk="1" latinLnBrk="0" hangingPunct="1">
        <a:spcBef>
          <a:spcPct val="20000"/>
        </a:spcBef>
        <a:buFont typeface="System Font Regular"/>
        <a:buChar char="-"/>
        <a:tabLst/>
        <a:defRPr sz="24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n-cs"/>
        </a:defRPr>
      </a:lvl1pPr>
      <a:lvl2pPr marL="404813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20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n-cs"/>
        </a:defRPr>
      </a:lvl2pPr>
      <a:lvl3pPr marL="588963" indent="-171450" algn="l" defTabSz="457189" rtl="0" eaLnBrk="1" latinLnBrk="0" hangingPunct="1">
        <a:spcBef>
          <a:spcPct val="20000"/>
        </a:spcBef>
        <a:buFont typeface="System Font Regular"/>
        <a:buChar char="-"/>
        <a:tabLst/>
        <a:defRPr sz="18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n-cs"/>
        </a:defRPr>
      </a:lvl3pPr>
      <a:lvl4pPr marL="758825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16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n-cs"/>
        </a:defRPr>
      </a:lvl4pPr>
      <a:lvl5pPr marL="889000" indent="-169863" algn="l" defTabSz="457189" rtl="0" eaLnBrk="1" latinLnBrk="0" hangingPunct="1">
        <a:spcBef>
          <a:spcPct val="20000"/>
        </a:spcBef>
        <a:buFont typeface="System Font Regular"/>
        <a:buChar char="-"/>
        <a:tabLst/>
        <a:defRPr sz="1600" kern="1200" baseline="0">
          <a:solidFill>
            <a:schemeClr val="tx1">
              <a:lumMod val="50000"/>
              <a:lumOff val="50000"/>
            </a:schemeClr>
          </a:solidFill>
          <a:latin typeface="Hiragino Sans W4" panose="020B0400000000000000" pitchFamily="34" charset="-128"/>
          <a:ea typeface="Noto Sans CJK JP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79FBD-1570-405E-38EB-4B6200C7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083A418-C18B-4328-DA4B-2F9B7CC3C387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536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C92DC-D36B-4D58-D3BD-28D9E34D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631DEF-D753-6A0B-7C2B-55EDE54C0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27803"/>
              </p:ext>
            </p:extLst>
          </p:nvPr>
        </p:nvGraphicFramePr>
        <p:xfrm>
          <a:off x="2200675" y="1793864"/>
          <a:ext cx="7971972" cy="292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993">
                  <a:extLst>
                    <a:ext uri="{9D8B030D-6E8A-4147-A177-3AD203B41FA5}">
                      <a16:colId xmlns:a16="http://schemas.microsoft.com/office/drawing/2014/main" val="284926909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1558983509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1964369217"/>
                    </a:ext>
                  </a:extLst>
                </a:gridCol>
                <a:gridCol w="1992993">
                  <a:extLst>
                    <a:ext uri="{9D8B030D-6E8A-4147-A177-3AD203B41FA5}">
                      <a16:colId xmlns:a16="http://schemas.microsoft.com/office/drawing/2014/main" val="881895866"/>
                    </a:ext>
                  </a:extLst>
                </a:gridCol>
              </a:tblGrid>
              <a:tr h="358020"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bg1"/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item</a:t>
                      </a:r>
                      <a:endParaRPr lang="en-JP" b="0" i="0" dirty="0">
                        <a:solidFill>
                          <a:schemeClr val="bg1"/>
                        </a:solidFill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bg1"/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numeric</a:t>
                      </a:r>
                      <a:endParaRPr lang="en-JP" b="0" i="0" dirty="0">
                        <a:solidFill>
                          <a:schemeClr val="bg1"/>
                        </a:solidFill>
                        <a:latin typeface="Hiragino Sans W4" panose="020B0400000000000000" pitchFamily="34" charset="-128"/>
                        <a:ea typeface="Hiragino Sans W4" panose="020B0400000000000000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bg1"/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y</a:t>
                      </a:r>
                      <a:r>
                        <a:rPr lang="en-JP" b="0" i="0" dirty="0">
                          <a:solidFill>
                            <a:schemeClr val="bg1"/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ear 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0" i="0" dirty="0">
                          <a:solidFill>
                            <a:schemeClr val="bg1"/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word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17528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I</a:t>
                      </a:r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tem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9689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I</a:t>
                      </a:r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tem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1,000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393098"/>
                  </a:ext>
                </a:extLst>
              </a:tr>
              <a:tr h="851505">
                <a:tc>
                  <a:txBody>
                    <a:bodyPr/>
                    <a:lstStyle/>
                    <a:p>
                      <a:pPr algn="r"/>
                      <a:r>
                        <a:rPr lang="en-US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I</a:t>
                      </a:r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tem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10,000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2025-01-01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iragino Sans W4" panose="020B0400000000000000" pitchFamily="34" charset="-128"/>
                          <a:ea typeface="Hiragino Sans W4" panose="020B0400000000000000" pitchFamily="34" charset="-128"/>
                        </a:rPr>
                        <a:t>テキスト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20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34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27FCC-71F8-6598-04DD-36AA2982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CDBB611-2176-4F53-EE01-AC9326A73B06}"/>
              </a:ext>
            </a:extLst>
          </p:cNvPr>
          <p:cNvSpPr/>
          <p:nvPr/>
        </p:nvSpPr>
        <p:spPr>
          <a:xfrm>
            <a:off x="1322773" y="2638887"/>
            <a:ext cx="2068496" cy="1426347"/>
          </a:xfrm>
          <a:prstGeom prst="roundRect">
            <a:avLst>
              <a:gd name="adj" fmla="val 383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tx1">
                    <a:lumMod val="65000"/>
                    <a:lumOff val="3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normal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D23029-0A8E-8D17-3253-0F980CA07C83}"/>
              </a:ext>
            </a:extLst>
          </p:cNvPr>
          <p:cNvSpPr/>
          <p:nvPr/>
        </p:nvSpPr>
        <p:spPr>
          <a:xfrm>
            <a:off x="3818877" y="1856913"/>
            <a:ext cx="2068496" cy="1426347"/>
          </a:xfrm>
          <a:prstGeom prst="roundRect">
            <a:avLst>
              <a:gd name="adj" fmla="val 3837"/>
            </a:avLst>
          </a:prstGeom>
          <a:solidFill>
            <a:srgbClr val="4F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bg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Good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02BB45-7661-FD72-F726-8E065EC0EF99}"/>
              </a:ext>
            </a:extLst>
          </p:cNvPr>
          <p:cNvSpPr/>
          <p:nvPr/>
        </p:nvSpPr>
        <p:spPr>
          <a:xfrm>
            <a:off x="3818877" y="3420861"/>
            <a:ext cx="2068496" cy="1426347"/>
          </a:xfrm>
          <a:prstGeom prst="roundRect">
            <a:avLst>
              <a:gd name="adj" fmla="val 3837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JP" dirty="0">
                <a:solidFill>
                  <a:schemeClr val="bg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Bad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BD7BC3B-C5B7-B6FF-5C3D-280D5774258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391269" y="3352061"/>
            <a:ext cx="427608" cy="78197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10E64AB-E48C-B544-DE20-72B276D3CF3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3391269" y="2570087"/>
            <a:ext cx="427608" cy="78197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三角形 9">
            <a:extLst>
              <a:ext uri="{FF2B5EF4-FFF2-40B4-BE49-F238E27FC236}">
                <a16:creationId xmlns:a16="http://schemas.microsoft.com/office/drawing/2014/main" id="{FE858382-8233-B644-E6AF-3B4A52B50DE8}"/>
              </a:ext>
            </a:extLst>
          </p:cNvPr>
          <p:cNvSpPr/>
          <p:nvPr/>
        </p:nvSpPr>
        <p:spPr>
          <a:xfrm rot="5400000">
            <a:off x="5594309" y="3120276"/>
            <a:ext cx="1441342" cy="3409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8" name="角丸四角形 5">
            <a:extLst>
              <a:ext uri="{FF2B5EF4-FFF2-40B4-BE49-F238E27FC236}">
                <a16:creationId xmlns:a16="http://schemas.microsoft.com/office/drawing/2014/main" id="{0FC086B8-93FE-A0B4-8DC1-60940295204E}"/>
              </a:ext>
            </a:extLst>
          </p:cNvPr>
          <p:cNvSpPr/>
          <p:nvPr/>
        </p:nvSpPr>
        <p:spPr>
          <a:xfrm>
            <a:off x="6898005" y="1502546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Normal point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en-US" altLang="ja-JP" sz="1600" dirty="0">
              <a:solidFill>
                <a:schemeClr val="tx1">
                  <a:lumMod val="65000"/>
                  <a:lumOff val="3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ja-JP" altLang="en-US" sz="1100">
              <a:solidFill>
                <a:schemeClr val="tx1">
                  <a:lumMod val="65000"/>
                  <a:lumOff val="3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9" name="角丸四角形 5">
            <a:extLst>
              <a:ext uri="{FF2B5EF4-FFF2-40B4-BE49-F238E27FC236}">
                <a16:creationId xmlns:a16="http://schemas.microsoft.com/office/drawing/2014/main" id="{A6575FF0-DBCB-0114-6139-9298BE806AD9}"/>
              </a:ext>
            </a:extLst>
          </p:cNvPr>
          <p:cNvSpPr/>
          <p:nvPr/>
        </p:nvSpPr>
        <p:spPr>
          <a:xfrm>
            <a:off x="6899485" y="3235173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4F4F7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rgbClr val="4F4F7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Good point</a:t>
            </a:r>
            <a:endParaRPr lang="en-US" altLang="ja-JP" sz="2400" dirty="0">
              <a:solidFill>
                <a:srgbClr val="4F4F7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rgbClr val="4F4F7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en-US" altLang="ja-JP" sz="1600" dirty="0">
              <a:solidFill>
                <a:srgbClr val="4F4F7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rgbClr val="4F4F7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ja-JP" altLang="en-US" sz="1100">
              <a:solidFill>
                <a:srgbClr val="4F4F7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0" name="角丸四角形 5">
            <a:extLst>
              <a:ext uri="{FF2B5EF4-FFF2-40B4-BE49-F238E27FC236}">
                <a16:creationId xmlns:a16="http://schemas.microsoft.com/office/drawing/2014/main" id="{7C874BC0-AF74-DA19-20DE-E4ABA1C2E6FD}"/>
              </a:ext>
            </a:extLst>
          </p:cNvPr>
          <p:cNvSpPr/>
          <p:nvPr/>
        </p:nvSpPr>
        <p:spPr>
          <a:xfrm>
            <a:off x="6900965" y="4967799"/>
            <a:ext cx="4012653" cy="1586883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en-US" altLang="ja-JP" sz="2400" dirty="0">
                <a:solidFill>
                  <a:srgbClr val="C0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Bad point</a:t>
            </a:r>
            <a:endParaRPr lang="en-US" altLang="ja-JP" sz="2400" dirty="0">
              <a:solidFill>
                <a:srgbClr val="C0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rgbClr val="C0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en-US" altLang="ja-JP" sz="1600" dirty="0">
              <a:solidFill>
                <a:srgbClr val="C0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 marL="342900" indent="-342900">
              <a:buFont typeface="System Font Regular"/>
              <a:buChar char="-"/>
            </a:pPr>
            <a:r>
              <a:rPr kumimoji="1" lang="ja-JP" altLang="en-US" sz="1600">
                <a:solidFill>
                  <a:srgbClr val="C0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ja-JP" altLang="en-US" sz="1100">
              <a:solidFill>
                <a:srgbClr val="C0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41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">
            <a:extLst>
              <a:ext uri="{FF2B5EF4-FFF2-40B4-BE49-F238E27FC236}">
                <a16:creationId xmlns:a16="http://schemas.microsoft.com/office/drawing/2014/main" id="{5E84D0DF-396E-B7AD-A498-D622B436EAD1}"/>
              </a:ext>
            </a:extLst>
          </p:cNvPr>
          <p:cNvSpPr/>
          <p:nvPr/>
        </p:nvSpPr>
        <p:spPr>
          <a:xfrm>
            <a:off x="7441077" y="2493818"/>
            <a:ext cx="4289367" cy="3258589"/>
          </a:xfrm>
          <a:prstGeom prst="roundRect">
            <a:avLst>
              <a:gd name="adj" fmla="val 4307"/>
            </a:avLst>
          </a:prstGeom>
          <a:noFill/>
          <a:ln w="95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grpSp>
        <p:nvGrpSpPr>
          <p:cNvPr id="5" name="グループ化 11">
            <a:extLst>
              <a:ext uri="{FF2B5EF4-FFF2-40B4-BE49-F238E27FC236}">
                <a16:creationId xmlns:a16="http://schemas.microsoft.com/office/drawing/2014/main" id="{9ABA6B03-E0A4-438C-F314-71FF190EDE26}"/>
              </a:ext>
            </a:extLst>
          </p:cNvPr>
          <p:cNvGrpSpPr/>
          <p:nvPr/>
        </p:nvGrpSpPr>
        <p:grpSpPr>
          <a:xfrm>
            <a:off x="7390780" y="1913227"/>
            <a:ext cx="4289367" cy="547934"/>
            <a:chOff x="7390780" y="1945885"/>
            <a:chExt cx="4289367" cy="547934"/>
          </a:xfrm>
        </p:grpSpPr>
        <p:sp>
          <p:nvSpPr>
            <p:cNvPr id="6" name="角丸四角形 4">
              <a:extLst>
                <a:ext uri="{FF2B5EF4-FFF2-40B4-BE49-F238E27FC236}">
                  <a16:creationId xmlns:a16="http://schemas.microsoft.com/office/drawing/2014/main" id="{42B04BAC-180E-743F-D5D9-9CE5DDBDD951}"/>
                </a:ext>
              </a:extLst>
            </p:cNvPr>
            <p:cNvSpPr/>
            <p:nvPr/>
          </p:nvSpPr>
          <p:spPr>
            <a:xfrm>
              <a:off x="7390780" y="1945885"/>
              <a:ext cx="4289367" cy="54793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ああああ</a:t>
              </a:r>
              <a:endPara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7" name="直線コネクタ 8">
              <a:extLst>
                <a:ext uri="{FF2B5EF4-FFF2-40B4-BE49-F238E27FC236}">
                  <a16:creationId xmlns:a16="http://schemas.microsoft.com/office/drawing/2014/main" id="{F9128B3D-F394-50A1-B9E9-52F726AE1339}"/>
                </a:ext>
              </a:extLst>
            </p:cNvPr>
            <p:cNvCxnSpPr>
              <a:cxnSpLocks/>
              <a:stCxn id="6" idx="1"/>
              <a:endCxn id="6" idx="3"/>
            </p:cNvCxnSpPr>
            <p:nvPr/>
          </p:nvCxnSpPr>
          <p:spPr>
            <a:xfrm>
              <a:off x="7390780" y="2219852"/>
              <a:ext cx="4289367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テキスト ボックス 4">
            <a:extLst>
              <a:ext uri="{FF2B5EF4-FFF2-40B4-BE49-F238E27FC236}">
                <a16:creationId xmlns:a16="http://schemas.microsoft.com/office/drawing/2014/main" id="{8D6A3AEE-AF98-18F8-1663-0B9D0681E3D3}"/>
              </a:ext>
            </a:extLst>
          </p:cNvPr>
          <p:cNvSpPr txBox="1"/>
          <p:nvPr/>
        </p:nvSpPr>
        <p:spPr>
          <a:xfrm>
            <a:off x="3761750" y="6529226"/>
            <a:ext cx="8101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00" dirty="0">
                <a:solidFill>
                  <a:schemeClr val="bg1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Source</a:t>
            </a:r>
            <a:endParaRPr kumimoji="1" lang="ja-JP" altLang="en-US" sz="1000" dirty="0" err="1">
              <a:solidFill>
                <a:schemeClr val="bg1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9" name="角丸四角形 5">
            <a:extLst>
              <a:ext uri="{FF2B5EF4-FFF2-40B4-BE49-F238E27FC236}">
                <a16:creationId xmlns:a16="http://schemas.microsoft.com/office/drawing/2014/main" id="{20546076-3739-6E8D-F663-C664EDE6A415}"/>
              </a:ext>
            </a:extLst>
          </p:cNvPr>
          <p:cNvSpPr/>
          <p:nvPr/>
        </p:nvSpPr>
        <p:spPr>
          <a:xfrm>
            <a:off x="417095" y="1243171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rgbClr val="C0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あああああ</a:t>
            </a:r>
            <a:endParaRPr kumimoji="1" lang="en-US" altLang="ja-JP" sz="2400" dirty="0">
              <a:solidFill>
                <a:srgbClr val="C0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lang="en-US" altLang="ja-JP" sz="2400" dirty="0">
              <a:solidFill>
                <a:srgbClr val="C0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>
                <a:solidFill>
                  <a:schemeClr val="tx1">
                    <a:lumMod val="65000"/>
                    <a:lumOff val="3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ja-JP" altLang="en-US" sz="1600">
              <a:solidFill>
                <a:schemeClr val="tx1">
                  <a:lumMod val="65000"/>
                  <a:lumOff val="3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BC4C0E01-4CD2-A9F0-B9E7-CDFE2200AFCF}"/>
              </a:ext>
            </a:extLst>
          </p:cNvPr>
          <p:cNvSpPr/>
          <p:nvPr/>
        </p:nvSpPr>
        <p:spPr>
          <a:xfrm rot="5400000">
            <a:off x="2588217" y="4308529"/>
            <a:ext cx="1441342" cy="3409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2" name="図 20">
            <a:extLst>
              <a:ext uri="{FF2B5EF4-FFF2-40B4-BE49-F238E27FC236}">
                <a16:creationId xmlns:a16="http://schemas.microsoft.com/office/drawing/2014/main" id="{F219B896-831D-8B8C-5D76-5EC1D18A76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pic>
        <p:nvPicPr>
          <p:cNvPr id="28" name="図 36">
            <a:extLst>
              <a:ext uri="{FF2B5EF4-FFF2-40B4-BE49-F238E27FC236}">
                <a16:creationId xmlns:a16="http://schemas.microsoft.com/office/drawing/2014/main" id="{25B2143F-3CCB-9E3B-96EF-49DE9CA95A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sp>
        <p:nvSpPr>
          <p:cNvPr id="30" name="円/楕円 38">
            <a:extLst>
              <a:ext uri="{FF2B5EF4-FFF2-40B4-BE49-F238E27FC236}">
                <a16:creationId xmlns:a16="http://schemas.microsoft.com/office/drawing/2014/main" id="{CC67CFE5-A5F4-2EC3-E914-873C40759BBA}"/>
              </a:ext>
            </a:extLst>
          </p:cNvPr>
          <p:cNvSpPr>
            <a:spLocks noChangeAspect="1"/>
          </p:cNvSpPr>
          <p:nvPr/>
        </p:nvSpPr>
        <p:spPr>
          <a:xfrm>
            <a:off x="4103915" y="3758339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en-US" altLang="ja-JP" sz="3200" dirty="0">
                <a:solidFill>
                  <a:schemeClr val="bg1">
                    <a:lumMod val="9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31" name="グラフィックス 39" descr="ユーザー 単色塗りつぶし">
            <a:extLst>
              <a:ext uri="{FF2B5EF4-FFF2-40B4-BE49-F238E27FC236}">
                <a16:creationId xmlns:a16="http://schemas.microsoft.com/office/drawing/2014/main" id="{50805925-2BFD-BCA3-3A2D-D2044D23F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1" y="2567780"/>
            <a:ext cx="914400" cy="914400"/>
          </a:xfrm>
          <a:prstGeom prst="rect">
            <a:avLst/>
          </a:prstGeom>
        </p:spPr>
      </p:pic>
      <p:pic>
        <p:nvPicPr>
          <p:cNvPr id="32" name="グラフィックス 41" descr="ユーザー 単色塗りつぶし">
            <a:extLst>
              <a:ext uri="{FF2B5EF4-FFF2-40B4-BE49-F238E27FC236}">
                <a16:creationId xmlns:a16="http://schemas.microsoft.com/office/drawing/2014/main" id="{B66C17A2-6342-5CD1-02F2-6891D92F9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78" y="3278997"/>
            <a:ext cx="914400" cy="914400"/>
          </a:xfrm>
          <a:prstGeom prst="rect">
            <a:avLst/>
          </a:prstGeom>
        </p:spPr>
      </p:pic>
      <p:pic>
        <p:nvPicPr>
          <p:cNvPr id="33" name="グラフィックス 43" descr="歯車付きの頭 単色塗りつぶし">
            <a:extLst>
              <a:ext uri="{FF2B5EF4-FFF2-40B4-BE49-F238E27FC236}">
                <a16:creationId xmlns:a16="http://schemas.microsoft.com/office/drawing/2014/main" id="{E4CDFB18-84BE-8B91-F1C4-B24AD77CD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1510" y="4617548"/>
            <a:ext cx="914400" cy="914400"/>
          </a:xfrm>
          <a:prstGeom prst="rect">
            <a:avLst/>
          </a:prstGeom>
        </p:spPr>
      </p:pic>
      <p:pic>
        <p:nvPicPr>
          <p:cNvPr id="34" name="グラフィックス 45" descr="建物 単色塗りつぶし">
            <a:extLst>
              <a:ext uri="{FF2B5EF4-FFF2-40B4-BE49-F238E27FC236}">
                <a16:creationId xmlns:a16="http://schemas.microsoft.com/office/drawing/2014/main" id="{3B17A830-2529-26D5-08B4-DC5F2F54B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1066" y="1557452"/>
            <a:ext cx="914400" cy="914400"/>
          </a:xfrm>
          <a:prstGeom prst="rect">
            <a:avLst/>
          </a:prstGeom>
        </p:spPr>
      </p:pic>
      <p:pic>
        <p:nvPicPr>
          <p:cNvPr id="35" name="グラフィックス 47" descr="建物 枠線">
            <a:extLst>
              <a:ext uri="{FF2B5EF4-FFF2-40B4-BE49-F238E27FC236}">
                <a16:creationId xmlns:a16="http://schemas.microsoft.com/office/drawing/2014/main" id="{58DF64FD-5B2B-EF73-2462-08DB7D628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4001" y="1736225"/>
            <a:ext cx="914400" cy="914400"/>
          </a:xfrm>
          <a:prstGeom prst="rect">
            <a:avLst/>
          </a:prstGeom>
        </p:spPr>
      </p:pic>
      <p:pic>
        <p:nvPicPr>
          <p:cNvPr id="36" name="グラフィックス 49" descr="銀行 単色塗りつぶし">
            <a:extLst>
              <a:ext uri="{FF2B5EF4-FFF2-40B4-BE49-F238E27FC236}">
                <a16:creationId xmlns:a16="http://schemas.microsoft.com/office/drawing/2014/main" id="{8816E568-BCDD-824A-7849-9A25BBF46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88227" y="2273258"/>
            <a:ext cx="914400" cy="914400"/>
          </a:xfrm>
          <a:prstGeom prst="rect">
            <a:avLst/>
          </a:prstGeom>
        </p:spPr>
      </p:pic>
      <p:pic>
        <p:nvPicPr>
          <p:cNvPr id="37" name="グラフィックス 51" descr="ストア 単色塗りつぶし">
            <a:extLst>
              <a:ext uri="{FF2B5EF4-FFF2-40B4-BE49-F238E27FC236}">
                <a16:creationId xmlns:a16="http://schemas.microsoft.com/office/drawing/2014/main" id="{4B1AACA3-0AD9-F8AE-18B5-4035D8D4B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3012" y="1403595"/>
            <a:ext cx="914400" cy="914400"/>
          </a:xfrm>
          <a:prstGeom prst="rect">
            <a:avLst/>
          </a:prstGeom>
        </p:spPr>
      </p:pic>
      <p:pic>
        <p:nvPicPr>
          <p:cNvPr id="38" name="グラフィックス 53" descr="売り出し中 単色塗りつぶし">
            <a:extLst>
              <a:ext uri="{FF2B5EF4-FFF2-40B4-BE49-F238E27FC236}">
                <a16:creationId xmlns:a16="http://schemas.microsoft.com/office/drawing/2014/main" id="{32F4A0F7-7A7E-2E3C-0B2B-6C2CB3CA3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52721" y="4617548"/>
            <a:ext cx="914400" cy="914400"/>
          </a:xfrm>
          <a:prstGeom prst="rect">
            <a:avLst/>
          </a:prstGeom>
        </p:spPr>
      </p:pic>
      <p:pic>
        <p:nvPicPr>
          <p:cNvPr id="39" name="グラフィックス 55" descr="都市 単色塗りつぶし">
            <a:extLst>
              <a:ext uri="{FF2B5EF4-FFF2-40B4-BE49-F238E27FC236}">
                <a16:creationId xmlns:a16="http://schemas.microsoft.com/office/drawing/2014/main" id="{94D90D67-37BD-E50E-978C-1A0226A8F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7424" y="3333952"/>
            <a:ext cx="914400" cy="914400"/>
          </a:xfrm>
          <a:prstGeom prst="rect">
            <a:avLst/>
          </a:prstGeom>
        </p:spPr>
      </p:pic>
      <p:pic>
        <p:nvPicPr>
          <p:cNvPr id="40" name="グラフィックス 57" descr="E コマース 単色塗りつぶし">
            <a:extLst>
              <a:ext uri="{FF2B5EF4-FFF2-40B4-BE49-F238E27FC236}">
                <a16:creationId xmlns:a16="http://schemas.microsoft.com/office/drawing/2014/main" id="{3FC75179-03E9-5899-F0D9-48489995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42" name="Picture 2" descr="サーバー モノクロアイコン フリー素材 – アイコン・イラストダウンロードサイト【OWL STOCK -オウルストック】">
            <a:extLst>
              <a:ext uri="{FF2B5EF4-FFF2-40B4-BE49-F238E27FC236}">
                <a16:creationId xmlns:a16="http://schemas.microsoft.com/office/drawing/2014/main" id="{2FB58AC8-EA05-4449-12F2-2C670AD6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452586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D68CE-C5C1-E431-A7AB-4CBE77AAEC2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512400"/>
            <a:ext cx="2844800" cy="324000"/>
          </a:xfrm>
        </p:spPr>
        <p:txBody>
          <a:bodyPr/>
          <a:lstStyle/>
          <a:p>
            <a:fld id="{2E00D974-A814-E940-8518-4B67CD107619}" type="datetime4">
              <a:rPr lang="en-US" smtClean="0">
                <a:ea typeface="Hiragino Sans W4" panose="020B0400000000000000" pitchFamily="34" charset="-128"/>
              </a:rPr>
              <a:t>July 26, 2026</a:t>
            </a:fld>
            <a:endParaRPr lang="en-US">
              <a:ea typeface="Hiragino Sans W4" panose="020B0400000000000000" pitchFamily="34" charset="-128"/>
            </a:endParaRPr>
          </a:p>
        </p:txBody>
      </p:sp>
      <p:sp>
        <p:nvSpPr>
          <p:cNvPr id="3" name="角丸四角形 5">
            <a:extLst>
              <a:ext uri="{FF2B5EF4-FFF2-40B4-BE49-F238E27FC236}">
                <a16:creationId xmlns:a16="http://schemas.microsoft.com/office/drawing/2014/main" id="{CB4C9221-E946-8CEA-F560-A63D2CE1F7D3}"/>
              </a:ext>
            </a:extLst>
          </p:cNvPr>
          <p:cNvSpPr/>
          <p:nvPr/>
        </p:nvSpPr>
        <p:spPr>
          <a:xfrm>
            <a:off x="6054625" y="1247288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chemeClr val="accent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あああああ</a:t>
            </a:r>
            <a:endParaRPr kumimoji="1" lang="en-US" altLang="ja-JP" sz="2400" dirty="0">
              <a:solidFill>
                <a:schemeClr val="accent1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lang="en-US" altLang="ja-JP" sz="2400" dirty="0">
              <a:solidFill>
                <a:schemeClr val="accent1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>
                <a:solidFill>
                  <a:schemeClr val="accent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あああ</a:t>
            </a:r>
            <a:endParaRPr kumimoji="1" lang="ja-JP" altLang="en-US" sz="1600">
              <a:solidFill>
                <a:schemeClr val="accent1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44FD8D-08C2-C020-EA04-80CD6C3B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Noto Sans CJK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Noto Sans CJK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 sz="12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solidFill>
            <a:schemeClr val="bg1">
              <a:lumMod val="50000"/>
            </a:schemeClr>
          </a:solidFill>
          <a:headEnd type="none" w="med" len="med"/>
          <a:tailEnd type="arrow" w="med" len="me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9023</TotalTime>
  <Words>75</Words>
  <Application>Microsoft Macintosh PowerPoint</Application>
  <PresentationFormat>Widescreen</PresentationFormat>
  <Paragraphs>45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Hiragino Sans W4</vt:lpstr>
      <vt:lpstr>Noto Sans CJK JP</vt:lpstr>
      <vt:lpstr>System Font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/>
  <cp:lastModifiedBy/>
  <cp:revision>109</cp:revision>
  <dcterms:created xsi:type="dcterms:W3CDTF">2017-06-05T14:10:58Z</dcterms:created>
  <dcterms:modified xsi:type="dcterms:W3CDTF">2026-07-25T23:21:00Z</dcterms:modified>
</cp:coreProperties>
</file>